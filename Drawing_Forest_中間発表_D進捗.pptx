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comments/modernComment_105_7A790FE3.xml" ContentType="application/vnd.ms-powerpoint.comments+xml"/>
  <Override PartName="/ppt/comments/modernComment_107_1A0A98FC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6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  <p188:author id="{352E31E1-AA31-E65D-0062-1F5D5927732E}" name="S242623832" initials="S" userId="S::S242623832@o365.waseda.jp::6eddf29d-49bd-474b-a745-e1ab09d81e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B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F79E2-47CA-1E0E-1B70-2FB8898EE830}" v="149" dt="2026-07-01T18:15:53.510"/>
    <p1510:client id="{49AC4BD8-BCF3-40B1-8A19-46D6FDAD5844}" v="14" dt="2026-07-01T08:02:50.593"/>
    <p1510:client id="{58EEC68C-89B8-81BF-2923-579BA0C41654}" v="6" dt="2026-07-01T09:59:20.121"/>
    <p1510:client id="{7DDAEA25-6B62-F792-A238-AF8D0CFA2C5A}" v="116" dt="2026-07-01T10:15:45.559"/>
    <p1510:client id="{905D61F7-6E0B-1AFD-149E-51EE82175052}" v="2" dt="2026-07-01T08:02:41.374"/>
    <p1510:client id="{B301E2ED-0853-97D6-0BA1-0D4AF5944A75}" v="16" dt="2026-07-01T08:10:47.183"/>
    <p1510:client id="{E4A49BEC-7FDC-6840-DD8D-24008436FE20}" v="33" dt="2026-07-01T09:58:44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microsoft.com/office/2018/10/relationships/authors" Target="authors.xml"/><Relationship Id="rId20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eetreebee.07230723@gmail.com" userId="d2336d1123c36ede" providerId="LiveId" clId="{18EEA001-524F-4F1D-B725-D77D7486A528}"/>
    <pc:docChg chg="custSel modSld">
      <pc:chgData name="treetreebee.07230723@gmail.com" userId="d2336d1123c36ede" providerId="LiveId" clId="{18EEA001-524F-4F1D-B725-D77D7486A528}" dt="2026-07-02T01:53:03.047" v="62" actId="255"/>
      <pc:docMkLst>
        <pc:docMk/>
      </pc:docMkLst>
      <pc:sldChg chg="modSp mod">
        <pc:chgData name="treetreebee.07230723@gmail.com" userId="d2336d1123c36ede" providerId="LiveId" clId="{18EEA001-524F-4F1D-B725-D77D7486A528}" dt="2026-07-02T01:41:28.921" v="49" actId="20577"/>
        <pc:sldMkLst>
          <pc:docMk/>
          <pc:sldMk cId="657066891" sldId="256"/>
        </pc:sldMkLst>
        <pc:spChg chg="mod">
          <ac:chgData name="treetreebee.07230723@gmail.com" userId="d2336d1123c36ede" providerId="LiveId" clId="{18EEA001-524F-4F1D-B725-D77D7486A528}" dt="2026-07-01T08:02:50.593" v="13" actId="20577"/>
          <ac:spMkLst>
            <pc:docMk/>
            <pc:sldMk cId="657066891" sldId="256"/>
            <ac:spMk id="6" creationId="{3CB68674-79CA-4610-926C-914AA3C543CC}"/>
          </ac:spMkLst>
        </pc:spChg>
        <pc:spChg chg="mod">
          <ac:chgData name="treetreebee.07230723@gmail.com" userId="d2336d1123c36ede" providerId="LiveId" clId="{18EEA001-524F-4F1D-B725-D77D7486A528}" dt="2026-07-02T01:41:28.921" v="49" actId="20577"/>
          <ac:spMkLst>
            <pc:docMk/>
            <pc:sldMk cId="657066891" sldId="256"/>
            <ac:spMk id="8" creationId="{387A93B6-FCEF-404B-A369-014D124C6206}"/>
          </ac:spMkLst>
        </pc:spChg>
      </pc:sldChg>
      <pc:sldChg chg="modSp mod">
        <pc:chgData name="treetreebee.07230723@gmail.com" userId="d2336d1123c36ede" providerId="LiveId" clId="{18EEA001-524F-4F1D-B725-D77D7486A528}" dt="2026-07-02T01:52:13.435" v="55" actId="14100"/>
        <pc:sldMkLst>
          <pc:docMk/>
          <pc:sldMk cId="198167464" sldId="259"/>
        </pc:sldMkLst>
        <pc:spChg chg="mod">
          <ac:chgData name="treetreebee.07230723@gmail.com" userId="d2336d1123c36ede" providerId="LiveId" clId="{18EEA001-524F-4F1D-B725-D77D7486A528}" dt="2026-07-02T01:52:13.435" v="55" actId="14100"/>
          <ac:spMkLst>
            <pc:docMk/>
            <pc:sldMk cId="198167464" sldId="259"/>
            <ac:spMk id="33" creationId="{C514AAAB-E89A-4CED-9217-BF183BDACD9B}"/>
          </ac:spMkLst>
        </pc:spChg>
      </pc:sldChg>
      <pc:sldChg chg="delSp modSp mod">
        <pc:chgData name="treetreebee.07230723@gmail.com" userId="d2336d1123c36ede" providerId="LiveId" clId="{18EEA001-524F-4F1D-B725-D77D7486A528}" dt="2026-07-02T01:53:03.047" v="62" actId="255"/>
        <pc:sldMkLst>
          <pc:docMk/>
          <pc:sldMk cId="62002973" sldId="260"/>
        </pc:sldMkLst>
        <pc:spChg chg="mod">
          <ac:chgData name="treetreebee.07230723@gmail.com" userId="d2336d1123c36ede" providerId="LiveId" clId="{18EEA001-524F-4F1D-B725-D77D7486A528}" dt="2026-07-02T01:52:49.027" v="60" actId="255"/>
          <ac:spMkLst>
            <pc:docMk/>
            <pc:sldMk cId="62002973" sldId="260"/>
            <ac:spMk id="26" creationId="{48629EC0-0EEC-4E11-991A-E2190A9A124B}"/>
          </ac:spMkLst>
        </pc:spChg>
        <pc:spChg chg="mod">
          <ac:chgData name="treetreebee.07230723@gmail.com" userId="d2336d1123c36ede" providerId="LiveId" clId="{18EEA001-524F-4F1D-B725-D77D7486A528}" dt="2026-07-02T01:53:03.047" v="62" actId="255"/>
          <ac:spMkLst>
            <pc:docMk/>
            <pc:sldMk cId="62002973" sldId="260"/>
            <ac:spMk id="34" creationId="{4DD300E6-CB59-4C23-AC6C-1D9CBE5DC8E2}"/>
          </ac:spMkLst>
        </pc:spChg>
        <pc:spChg chg="del">
          <ac:chgData name="treetreebee.07230723@gmail.com" userId="d2336d1123c36ede" providerId="LiveId" clId="{18EEA001-524F-4F1D-B725-D77D7486A528}" dt="2026-07-02T01:52:31.570" v="56" actId="478"/>
          <ac:spMkLst>
            <pc:docMk/>
            <pc:sldMk cId="62002973" sldId="260"/>
            <ac:spMk id="44" creationId="{49E506C0-9ECF-4332-9AC8-41FC6F56FDD0}"/>
          </ac:spMkLst>
        </pc:spChg>
      </pc:sldChg>
    </pc:docChg>
  </pc:docChgLst>
  <pc:docChgLst>
    <pc:chgData name="Guest User" providerId="Windows Live" clId="Web-{905D61F7-6E0B-1AFD-149E-51EE82175052}"/>
    <pc:docChg chg="modSld">
      <pc:chgData name="Guest User" userId="" providerId="Windows Live" clId="Web-{905D61F7-6E0B-1AFD-149E-51EE82175052}" dt="2026-07-01T08:02:41.374" v="1" actId="20577"/>
      <pc:docMkLst>
        <pc:docMk/>
      </pc:docMkLst>
      <pc:sldChg chg="modSp">
        <pc:chgData name="Guest User" userId="" providerId="Windows Live" clId="Web-{905D61F7-6E0B-1AFD-149E-51EE82175052}" dt="2026-07-01T08:02:41.374" v="1" actId="20577"/>
        <pc:sldMkLst>
          <pc:docMk/>
          <pc:sldMk cId="657066891" sldId="256"/>
        </pc:sldMkLst>
        <pc:spChg chg="mod">
          <ac:chgData name="Guest User" userId="" providerId="Windows Live" clId="Web-{905D61F7-6E0B-1AFD-149E-51EE82175052}" dt="2026-07-01T08:02:41.374" v="1" actId="20577"/>
          <ac:spMkLst>
            <pc:docMk/>
            <pc:sldMk cId="657066891" sldId="256"/>
            <ac:spMk id="2" creationId="{9868804F-F66B-4D34-9889-99D3B49FA8CF}"/>
          </ac:spMkLst>
        </pc:spChg>
      </pc:sldChg>
    </pc:docChg>
  </pc:docChgLst>
  <pc:docChgLst>
    <pc:chgData name="増田 歩夢" userId="121feb3ec8a9f1f2" providerId="Windows Live" clId="Web-{7DDAEA25-6B62-F792-A238-AF8D0CFA2C5A}"/>
    <pc:docChg chg="addSld delSld modSld">
      <pc:chgData name="増田 歩夢" userId="121feb3ec8a9f1f2" providerId="Windows Live" clId="Web-{7DDAEA25-6B62-F792-A238-AF8D0CFA2C5A}" dt="2026-07-01T10:15:45.559" v="122" actId="14100"/>
      <pc:docMkLst>
        <pc:docMk/>
      </pc:docMkLst>
      <pc:sldChg chg="modSp">
        <pc:chgData name="増田 歩夢" userId="121feb3ec8a9f1f2" providerId="Windows Live" clId="Web-{7DDAEA25-6B62-F792-A238-AF8D0CFA2C5A}" dt="2026-07-01T10:15:45.559" v="122" actId="14100"/>
        <pc:sldMkLst>
          <pc:docMk/>
          <pc:sldMk cId="1657649075" sldId="264"/>
        </pc:sldMkLst>
        <pc:spChg chg="mod">
          <ac:chgData name="増田 歩夢" userId="121feb3ec8a9f1f2" providerId="Windows Live" clId="Web-{7DDAEA25-6B62-F792-A238-AF8D0CFA2C5A}" dt="2026-07-01T10:09:56.796" v="38" actId="20577"/>
          <ac:spMkLst>
            <pc:docMk/>
            <pc:sldMk cId="1657649075" sldId="264"/>
            <ac:spMk id="2" creationId="{75DD8CF6-3BC5-16FD-E0A4-D7561CCA5F26}"/>
          </ac:spMkLst>
        </pc:spChg>
        <pc:spChg chg="mod">
          <ac:chgData name="増田 歩夢" userId="121feb3ec8a9f1f2" providerId="Windows Live" clId="Web-{7DDAEA25-6B62-F792-A238-AF8D0CFA2C5A}" dt="2026-07-01T10:10:47.657" v="45" actId="20577"/>
          <ac:spMkLst>
            <pc:docMk/>
            <pc:sldMk cId="1657649075" sldId="264"/>
            <ac:spMk id="6" creationId="{518B0520-D0BA-1DEA-A9A0-0B48AFCDFAC6}"/>
          </ac:spMkLst>
        </pc:spChg>
        <pc:spChg chg="mod">
          <ac:chgData name="増田 歩夢" userId="121feb3ec8a9f1f2" providerId="Windows Live" clId="Web-{7DDAEA25-6B62-F792-A238-AF8D0CFA2C5A}" dt="2026-07-01T10:11:07.048" v="49" actId="20577"/>
          <ac:spMkLst>
            <pc:docMk/>
            <pc:sldMk cId="1657649075" sldId="264"/>
            <ac:spMk id="8" creationId="{A8683FA1-5416-85CE-E283-610C493E3303}"/>
          </ac:spMkLst>
        </pc:spChg>
        <pc:spChg chg="mod">
          <ac:chgData name="増田 歩夢" userId="121feb3ec8a9f1f2" providerId="Windows Live" clId="Web-{7DDAEA25-6B62-F792-A238-AF8D0CFA2C5A}" dt="2026-07-01T10:11:26.205" v="62" actId="20577"/>
          <ac:spMkLst>
            <pc:docMk/>
            <pc:sldMk cId="1657649075" sldId="264"/>
            <ac:spMk id="10" creationId="{4AC25088-1721-E73D-C8CD-74E6139D4DF6}"/>
          </ac:spMkLst>
        </pc:spChg>
        <pc:spChg chg="mod">
          <ac:chgData name="増田 歩夢" userId="121feb3ec8a9f1f2" providerId="Windows Live" clId="Web-{7DDAEA25-6B62-F792-A238-AF8D0CFA2C5A}" dt="2026-07-01T10:11:42.331" v="73" actId="20577"/>
          <ac:spMkLst>
            <pc:docMk/>
            <pc:sldMk cId="1657649075" sldId="264"/>
            <ac:spMk id="12" creationId="{2CA929AF-B096-8F91-F7FE-CDEC4C942C41}"/>
          </ac:spMkLst>
        </pc:spChg>
        <pc:spChg chg="mod">
          <ac:chgData name="増田 歩夢" userId="121feb3ec8a9f1f2" providerId="Windows Live" clId="Web-{7DDAEA25-6B62-F792-A238-AF8D0CFA2C5A}" dt="2026-07-01T10:11:57.347" v="84" actId="20577"/>
          <ac:spMkLst>
            <pc:docMk/>
            <pc:sldMk cId="1657649075" sldId="264"/>
            <ac:spMk id="14" creationId="{3347F7F0-4D36-C9B5-BD8E-1FB8EAD43009}"/>
          </ac:spMkLst>
        </pc:spChg>
        <pc:spChg chg="mod">
          <ac:chgData name="増田 歩夢" userId="121feb3ec8a9f1f2" providerId="Windows Live" clId="Web-{7DDAEA25-6B62-F792-A238-AF8D0CFA2C5A}" dt="2026-07-01T10:12:11.551" v="91" actId="20577"/>
          <ac:spMkLst>
            <pc:docMk/>
            <pc:sldMk cId="1657649075" sldId="264"/>
            <ac:spMk id="16" creationId="{C590B04B-F7CC-F572-CD9A-ADAE373FBFF8}"/>
          </ac:spMkLst>
        </pc:spChg>
        <pc:spChg chg="mod">
          <ac:chgData name="増田 歩夢" userId="121feb3ec8a9f1f2" providerId="Windows Live" clId="Web-{7DDAEA25-6B62-F792-A238-AF8D0CFA2C5A}" dt="2026-07-01T10:15:26.621" v="114" actId="1076"/>
          <ac:spMkLst>
            <pc:docMk/>
            <pc:sldMk cId="1657649075" sldId="264"/>
            <ac:spMk id="17" creationId="{2CDB6D2D-F7F6-928E-1CE4-5969222941B7}"/>
          </ac:spMkLst>
        </pc:spChg>
        <pc:spChg chg="mod">
          <ac:chgData name="増田 歩夢" userId="121feb3ec8a9f1f2" providerId="Windows Live" clId="Web-{7DDAEA25-6B62-F792-A238-AF8D0CFA2C5A}" dt="2026-07-01T10:15:14.573" v="112" actId="20577"/>
          <ac:spMkLst>
            <pc:docMk/>
            <pc:sldMk cId="1657649075" sldId="264"/>
            <ac:spMk id="19" creationId="{D9916022-466D-34E9-6A7A-D4FDE5D17DE7}"/>
          </ac:spMkLst>
        </pc:spChg>
        <pc:spChg chg="mod">
          <ac:chgData name="増田 歩夢" userId="121feb3ec8a9f1f2" providerId="Windows Live" clId="Web-{7DDAEA25-6B62-F792-A238-AF8D0CFA2C5A}" dt="2026-07-01T10:15:19.136" v="113" actId="1076"/>
          <ac:spMkLst>
            <pc:docMk/>
            <pc:sldMk cId="1657649075" sldId="264"/>
            <ac:spMk id="20" creationId="{DA882E66-639F-2D3A-FF8A-B809B64895D6}"/>
          </ac:spMkLst>
        </pc:spChg>
        <pc:spChg chg="mod">
          <ac:chgData name="増田 歩夢" userId="121feb3ec8a9f1f2" providerId="Windows Live" clId="Web-{7DDAEA25-6B62-F792-A238-AF8D0CFA2C5A}" dt="2026-07-01T10:15:45.559" v="122" actId="14100"/>
          <ac:spMkLst>
            <pc:docMk/>
            <pc:sldMk cId="1657649075" sldId="264"/>
            <ac:spMk id="21" creationId="{9771F59C-6803-CED8-C1FD-5509DDAF9C5C}"/>
          </ac:spMkLst>
        </pc:spChg>
      </pc:sldChg>
      <pc:sldChg chg="addSp delSp modSp add del">
        <pc:chgData name="増田 歩夢" userId="121feb3ec8a9f1f2" providerId="Windows Live" clId="Web-{7DDAEA25-6B62-F792-A238-AF8D0CFA2C5A}" dt="2026-07-01T10:09:47.483" v="34"/>
        <pc:sldMkLst>
          <pc:docMk/>
          <pc:sldMk cId="3678551955" sldId="265"/>
        </pc:sldMkLst>
        <pc:spChg chg="mod">
          <ac:chgData name="増田 歩夢" userId="121feb3ec8a9f1f2" providerId="Windows Live" clId="Web-{7DDAEA25-6B62-F792-A238-AF8D0CFA2C5A}" dt="2026-07-01T10:07:18.775" v="8" actId="20577"/>
          <ac:spMkLst>
            <pc:docMk/>
            <pc:sldMk cId="3678551955" sldId="265"/>
            <ac:spMk id="2" creationId="{00000000-0000-0000-0000-000000000000}"/>
          </ac:spMkLst>
        </pc:spChg>
        <pc:spChg chg="del mod">
          <ac:chgData name="増田 歩夢" userId="121feb3ec8a9f1f2" providerId="Windows Live" clId="Web-{7DDAEA25-6B62-F792-A238-AF8D0CFA2C5A}" dt="2026-07-01T10:07:27.197" v="10"/>
          <ac:spMkLst>
            <pc:docMk/>
            <pc:sldMk cId="3678551955" sldId="265"/>
            <ac:spMk id="3" creationId="{00000000-0000-0000-0000-000000000000}"/>
          </ac:spMkLst>
        </pc:spChg>
        <pc:spChg chg="mod">
          <ac:chgData name="増田 歩夢" userId="121feb3ec8a9f1f2" providerId="Windows Live" clId="Web-{7DDAEA25-6B62-F792-A238-AF8D0CFA2C5A}" dt="2026-07-01T10:08:55.747" v="24" actId="20577"/>
          <ac:spMkLst>
            <pc:docMk/>
            <pc:sldMk cId="3678551955" sldId="265"/>
            <ac:spMk id="4" creationId="{00000000-0000-0000-0000-000000000000}"/>
          </ac:spMkLst>
        </pc:spChg>
        <pc:spChg chg="mod">
          <ac:chgData name="増田 歩夢" userId="121feb3ec8a9f1f2" providerId="Windows Live" clId="Web-{7DDAEA25-6B62-F792-A238-AF8D0CFA2C5A}" dt="2026-07-01T10:09:08.935" v="26" actId="1076"/>
          <ac:spMkLst>
            <pc:docMk/>
            <pc:sldMk cId="3678551955" sldId="265"/>
            <ac:spMk id="6" creationId="{00000000-0000-0000-0000-000000000000}"/>
          </ac:spMkLst>
        </pc:spChg>
        <pc:spChg chg="del mod">
          <ac:chgData name="増田 歩夢" userId="121feb3ec8a9f1f2" providerId="Windows Live" clId="Web-{7DDAEA25-6B62-F792-A238-AF8D0CFA2C5A}" dt="2026-07-01T10:09:19.169" v="28"/>
          <ac:spMkLst>
            <pc:docMk/>
            <pc:sldMk cId="3678551955" sldId="265"/>
            <ac:spMk id="15" creationId="{00000000-0000-0000-0000-000000000000}"/>
          </ac:spMkLst>
        </pc:spChg>
        <pc:spChg chg="add del mod">
          <ac:chgData name="増田 歩夢" userId="121feb3ec8a9f1f2" providerId="Windows Live" clId="Web-{7DDAEA25-6B62-F792-A238-AF8D0CFA2C5A}" dt="2026-07-01T10:07:42.354" v="14"/>
          <ac:spMkLst>
            <pc:docMk/>
            <pc:sldMk cId="3678551955" sldId="265"/>
            <ac:spMk id="21" creationId="{D3AB90C2-0397-BDAE-0030-A9FD3520CD27}"/>
          </ac:spMkLst>
        </pc:spChg>
        <pc:spChg chg="add mod">
          <ac:chgData name="増田 歩夢" userId="121feb3ec8a9f1f2" providerId="Windows Live" clId="Web-{7DDAEA25-6B62-F792-A238-AF8D0CFA2C5A}" dt="2026-07-01T10:08:15.589" v="22" actId="1076"/>
          <ac:spMkLst>
            <pc:docMk/>
            <pc:sldMk cId="3678551955" sldId="265"/>
            <ac:spMk id="22" creationId="{DD7A22A3-9148-6884-2516-3BC57F350054}"/>
          </ac:spMkLst>
        </pc:spChg>
        <pc:spChg chg="add del mod">
          <ac:chgData name="増田 歩夢" userId="121feb3ec8a9f1f2" providerId="Windows Live" clId="Web-{7DDAEA25-6B62-F792-A238-AF8D0CFA2C5A}" dt="2026-07-01T10:09:40.577" v="33"/>
          <ac:spMkLst>
            <pc:docMk/>
            <pc:sldMk cId="3678551955" sldId="265"/>
            <ac:spMk id="23" creationId="{01CD7E2C-CA13-9D9A-6A65-81AA90F44F98}"/>
          </ac:spMkLst>
        </pc:spChg>
      </pc:sldChg>
      <pc:sldMasterChg chg="addSldLayout">
        <pc:chgData name="増田 歩夢" userId="121feb3ec8a9f1f2" providerId="Windows Live" clId="Web-{7DDAEA25-6B62-F792-A238-AF8D0CFA2C5A}" dt="2026-07-01T10:06:45.675" v="0"/>
        <pc:sldMasterMkLst>
          <pc:docMk/>
          <pc:sldMasterMk cId="0" sldId="2147483648"/>
        </pc:sldMasterMkLst>
        <pc:sldLayoutChg chg="add">
          <pc:chgData name="増田 歩夢" userId="121feb3ec8a9f1f2" providerId="Windows Live" clId="Web-{7DDAEA25-6B62-F792-A238-AF8D0CFA2C5A}" dt="2026-07-01T10:06:45.675" v="0"/>
          <pc:sldLayoutMkLst>
            <pc:docMk/>
            <pc:sldMasterMk cId="0" sldId="2147483648"/>
            <pc:sldLayoutMk cId="2898450757" sldId="2147483650"/>
          </pc:sldLayoutMkLst>
        </pc:sldLayoutChg>
      </pc:sldMasterChg>
    </pc:docChg>
  </pc:docChgLst>
  <pc:docChgLst>
    <pc:chgData name="Guest User" providerId="Windows Live" clId="Web-{221F79E2-47CA-1E0E-1B70-2FB8898EE830}"/>
    <pc:docChg chg="addSld modSld">
      <pc:chgData name="Guest User" userId="" providerId="Windows Live" clId="Web-{221F79E2-47CA-1E0E-1B70-2FB8898EE830}" dt="2026-07-01T18:15:12.180" v="150" actId="20577"/>
      <pc:docMkLst>
        <pc:docMk/>
      </pc:docMkLst>
      <pc:sldChg chg="modSp">
        <pc:chgData name="Guest User" userId="" providerId="Windows Live" clId="Web-{221F79E2-47CA-1E0E-1B70-2FB8898EE830}" dt="2026-07-01T18:14:46.132" v="149" actId="20577"/>
        <pc:sldMkLst>
          <pc:docMk/>
          <pc:sldMk cId="657066891" sldId="256"/>
        </pc:sldMkLst>
        <pc:spChg chg="mod">
          <ac:chgData name="Guest User" userId="" providerId="Windows Live" clId="Web-{221F79E2-47CA-1E0E-1B70-2FB8898EE830}" dt="2026-07-01T18:14:08.162" v="136" actId="14100"/>
          <ac:spMkLst>
            <pc:docMk/>
            <pc:sldMk cId="657066891" sldId="256"/>
            <ac:spMk id="4" creationId="{46992E73-5739-4428-AE11-8943030D2D5F}"/>
          </ac:spMkLst>
        </pc:spChg>
        <pc:spChg chg="mod">
          <ac:chgData name="Guest User" userId="" providerId="Windows Live" clId="Web-{221F79E2-47CA-1E0E-1B70-2FB8898EE830}" dt="2026-07-01T18:14:26.897" v="141" actId="20577"/>
          <ac:spMkLst>
            <pc:docMk/>
            <pc:sldMk cId="657066891" sldId="256"/>
            <ac:spMk id="5" creationId="{5BA75988-9480-4DA8-8724-EF3448A97861}"/>
          </ac:spMkLst>
        </pc:spChg>
        <pc:spChg chg="mod">
          <ac:chgData name="Guest User" userId="" providerId="Windows Live" clId="Web-{221F79E2-47CA-1E0E-1B70-2FB8898EE830}" dt="2026-07-01T18:14:46.132" v="149" actId="20577"/>
          <ac:spMkLst>
            <pc:docMk/>
            <pc:sldMk cId="657066891" sldId="256"/>
            <ac:spMk id="6" creationId="{3CB68674-79CA-4610-926C-914AA3C543CC}"/>
          </ac:spMkLst>
        </pc:spChg>
        <pc:spChg chg="mod">
          <ac:chgData name="Guest User" userId="" providerId="Windows Live" clId="Web-{221F79E2-47CA-1E0E-1B70-2FB8898EE830}" dt="2026-07-01T18:14:21.397" v="140" actId="20577"/>
          <ac:spMkLst>
            <pc:docMk/>
            <pc:sldMk cId="657066891" sldId="256"/>
            <ac:spMk id="7" creationId="{FBBF77F5-0E76-493C-AEA8-5B189DD2850D}"/>
          </ac:spMkLst>
        </pc:spChg>
        <pc:spChg chg="mod">
          <ac:chgData name="Guest User" userId="" providerId="Windows Live" clId="Web-{221F79E2-47CA-1E0E-1B70-2FB8898EE830}" dt="2026-07-01T18:14:14.100" v="138" actId="20577"/>
          <ac:spMkLst>
            <pc:docMk/>
            <pc:sldMk cId="657066891" sldId="256"/>
            <ac:spMk id="8" creationId="{387A93B6-FCEF-404B-A369-014D124C6206}"/>
          </ac:spMkLst>
        </pc:spChg>
      </pc:sldChg>
      <pc:sldChg chg="modSp">
        <pc:chgData name="Guest User" userId="" providerId="Windows Live" clId="Web-{221F79E2-47CA-1E0E-1B70-2FB8898EE830}" dt="2026-07-01T18:15:12.180" v="150" actId="20577"/>
        <pc:sldMkLst>
          <pc:docMk/>
          <pc:sldMk cId="1496058156" sldId="257"/>
        </pc:sldMkLst>
        <pc:spChg chg="mod">
          <ac:chgData name="Guest User" userId="" providerId="Windows Live" clId="Web-{221F79E2-47CA-1E0E-1B70-2FB8898EE830}" dt="2026-07-01T18:15:12.180" v="150" actId="20577"/>
          <ac:spMkLst>
            <pc:docMk/>
            <pc:sldMk cId="1496058156" sldId="257"/>
            <ac:spMk id="24" creationId="{DA364882-A759-4812-B612-D1631A2A7840}"/>
          </ac:spMkLst>
        </pc:spChg>
      </pc:sldChg>
      <pc:sldChg chg="addSp delSp modSp">
        <pc:chgData name="Guest User" userId="" providerId="Windows Live" clId="Web-{221F79E2-47CA-1E0E-1B70-2FB8898EE830}" dt="2026-07-01T18:13:41.864" v="129" actId="20577"/>
        <pc:sldMkLst>
          <pc:docMk/>
          <pc:sldMk cId="436902140" sldId="263"/>
        </pc:sldMkLst>
        <pc:spChg chg="add del mod">
          <ac:chgData name="Guest User" userId="" providerId="Windows Live" clId="Web-{221F79E2-47CA-1E0E-1B70-2FB8898EE830}" dt="2026-07-01T18:13:41.864" v="129" actId="20577"/>
          <ac:spMkLst>
            <pc:docMk/>
            <pc:sldMk cId="436902140" sldId="263"/>
            <ac:spMk id="11" creationId="{8421A9BF-949F-42FA-89BC-6EEE1E10B27A}"/>
          </ac:spMkLst>
        </pc:spChg>
      </pc:sldChg>
      <pc:sldChg chg="modSp add">
        <pc:chgData name="Guest User" userId="" providerId="Windows Live" clId="Web-{221F79E2-47CA-1E0E-1B70-2FB8898EE830}" dt="2026-07-01T18:12:51.175" v="118" actId="20577"/>
        <pc:sldMkLst>
          <pc:docMk/>
          <pc:sldMk cId="332045951" sldId="265"/>
        </pc:sldMkLst>
        <pc:spChg chg="mod">
          <ac:chgData name="Guest User" userId="" providerId="Windows Live" clId="Web-{221F79E2-47CA-1E0E-1B70-2FB8898EE830}" dt="2026-07-01T17:23:33.159" v="4" actId="1076"/>
          <ac:spMkLst>
            <pc:docMk/>
            <pc:sldMk cId="332045951" sldId="265"/>
            <ac:spMk id="101" creationId="{00000000-0000-0000-0000-000000000000}"/>
          </ac:spMkLst>
        </pc:spChg>
        <pc:spChg chg="mod">
          <ac:chgData name="Guest User" userId="" providerId="Windows Live" clId="Web-{221F79E2-47CA-1E0E-1B70-2FB8898EE830}" dt="2026-07-01T17:23:21.159" v="3" actId="1076"/>
          <ac:spMkLst>
            <pc:docMk/>
            <pc:sldMk cId="332045951" sldId="265"/>
            <ac:spMk id="102" creationId="{00000000-0000-0000-0000-000000000000}"/>
          </ac:spMkLst>
        </pc:spChg>
        <pc:spChg chg="mod">
          <ac:chgData name="Guest User" userId="" providerId="Windows Live" clId="Web-{221F79E2-47CA-1E0E-1B70-2FB8898EE830}" dt="2026-07-01T17:23:54.221" v="11" actId="20577"/>
          <ac:spMkLst>
            <pc:docMk/>
            <pc:sldMk cId="332045951" sldId="265"/>
            <ac:spMk id="109" creationId="{00000000-0000-0000-0000-000000000000}"/>
          </ac:spMkLst>
        </pc:spChg>
        <pc:spChg chg="mod">
          <ac:chgData name="Guest User" userId="" providerId="Windows Live" clId="Web-{221F79E2-47CA-1E0E-1B70-2FB8898EE830}" dt="2026-07-01T17:26:48.520" v="60" actId="20577"/>
          <ac:spMkLst>
            <pc:docMk/>
            <pc:sldMk cId="332045951" sldId="265"/>
            <ac:spMk id="112" creationId="{00000000-0000-0000-0000-000000000000}"/>
          </ac:spMkLst>
        </pc:spChg>
        <pc:spChg chg="mod">
          <ac:chgData name="Guest User" userId="" providerId="Windows Live" clId="Web-{221F79E2-47CA-1E0E-1B70-2FB8898EE830}" dt="2026-07-01T17:27:01.629" v="65" actId="20577"/>
          <ac:spMkLst>
            <pc:docMk/>
            <pc:sldMk cId="332045951" sldId="265"/>
            <ac:spMk id="115" creationId="{00000000-0000-0000-0000-000000000000}"/>
          </ac:spMkLst>
        </pc:spChg>
        <pc:spChg chg="mod">
          <ac:chgData name="Guest User" userId="" providerId="Windows Live" clId="Web-{221F79E2-47CA-1E0E-1B70-2FB8898EE830}" dt="2026-07-01T18:05:55.278" v="81" actId="20577"/>
          <ac:spMkLst>
            <pc:docMk/>
            <pc:sldMk cId="332045951" sldId="265"/>
            <ac:spMk id="118" creationId="{00000000-0000-0000-0000-000000000000}"/>
          </ac:spMkLst>
        </pc:spChg>
        <pc:spChg chg="mod">
          <ac:chgData name="Guest User" userId="" providerId="Windows Live" clId="Web-{221F79E2-47CA-1E0E-1B70-2FB8898EE830}" dt="2026-07-01T17:26:10.098" v="53" actId="1076"/>
          <ac:spMkLst>
            <pc:docMk/>
            <pc:sldMk cId="332045951" sldId="265"/>
            <ac:spMk id="119" creationId="{00000000-0000-0000-0000-000000000000}"/>
          </ac:spMkLst>
        </pc:spChg>
        <pc:spChg chg="mod">
          <ac:chgData name="Guest User" userId="" providerId="Windows Live" clId="Web-{221F79E2-47CA-1E0E-1B70-2FB8898EE830}" dt="2026-07-01T18:07:05.781" v="83" actId="14100"/>
          <ac:spMkLst>
            <pc:docMk/>
            <pc:sldMk cId="332045951" sldId="265"/>
            <ac:spMk id="120" creationId="{00000000-0000-0000-0000-000000000000}"/>
          </ac:spMkLst>
        </pc:spChg>
        <pc:spChg chg="mod">
          <ac:chgData name="Guest User" userId="" providerId="Windows Live" clId="Web-{221F79E2-47CA-1E0E-1B70-2FB8898EE830}" dt="2026-07-01T18:11:15.124" v="111" actId="20577"/>
          <ac:spMkLst>
            <pc:docMk/>
            <pc:sldMk cId="332045951" sldId="265"/>
            <ac:spMk id="121" creationId="{00000000-0000-0000-0000-000000000000}"/>
          </ac:spMkLst>
        </pc:spChg>
        <pc:spChg chg="mod">
          <ac:chgData name="Guest User" userId="" providerId="Windows Live" clId="Web-{221F79E2-47CA-1E0E-1B70-2FB8898EE830}" dt="2026-07-01T18:07:25.891" v="86" actId="14100"/>
          <ac:spMkLst>
            <pc:docMk/>
            <pc:sldMk cId="332045951" sldId="265"/>
            <ac:spMk id="122" creationId="{00000000-0000-0000-0000-000000000000}"/>
          </ac:spMkLst>
        </pc:spChg>
        <pc:spChg chg="mod">
          <ac:chgData name="Guest User" userId="" providerId="Windows Live" clId="Web-{221F79E2-47CA-1E0E-1B70-2FB8898EE830}" dt="2026-07-01T18:12:51.175" v="118" actId="20577"/>
          <ac:spMkLst>
            <pc:docMk/>
            <pc:sldMk cId="332045951" sldId="265"/>
            <ac:spMk id="123" creationId="{00000000-0000-0000-0000-000000000000}"/>
          </ac:spMkLst>
        </pc:spChg>
      </pc:sldChg>
    </pc:docChg>
  </pc:docChgLst>
  <pc:docChgLst>
    <pc:chgData name="Guest User" providerId="Windows Live" clId="Web-{E4A49BEC-7FDC-6840-DD8D-24008436FE20}"/>
    <pc:docChg chg="addSld delSld modSld">
      <pc:chgData name="Guest User" userId="" providerId="Windows Live" clId="Web-{E4A49BEC-7FDC-6840-DD8D-24008436FE20}" dt="2026-07-01T09:58:44.782" v="36" actId="20577"/>
      <pc:docMkLst>
        <pc:docMk/>
      </pc:docMkLst>
      <pc:sldChg chg="delSp modSp add del replId">
        <pc:chgData name="Guest User" userId="" providerId="Windows Live" clId="Web-{E4A49BEC-7FDC-6840-DD8D-24008436FE20}" dt="2026-07-01T09:57:55.077" v="24"/>
        <pc:sldMkLst>
          <pc:docMk/>
          <pc:sldMk cId="813168364" sldId="264"/>
        </pc:sldMkLst>
        <pc:spChg chg="del mod">
          <ac:chgData name="Guest User" userId="" providerId="Windows Live" clId="Web-{E4A49BEC-7FDC-6840-DD8D-24008436FE20}" dt="2026-07-01T09:57:46.030" v="22"/>
          <ac:spMkLst>
            <pc:docMk/>
            <pc:sldMk cId="813168364" sldId="264"/>
            <ac:spMk id="2" creationId="{AE408A60-EF18-5486-42C7-C5D8215F6A95}"/>
          </ac:spMkLst>
        </pc:spChg>
        <pc:spChg chg="del">
          <ac:chgData name="Guest User" userId="" providerId="Windows Live" clId="Web-{E4A49BEC-7FDC-6840-DD8D-24008436FE20}" dt="2026-07-01T09:57:46.030" v="21"/>
          <ac:spMkLst>
            <pc:docMk/>
            <pc:sldMk cId="813168364" sldId="264"/>
            <ac:spMk id="3" creationId="{3BDEAD62-8970-B1E4-B476-56B304056AC4}"/>
          </ac:spMkLst>
        </pc:spChg>
        <pc:spChg chg="del">
          <ac:chgData name="Guest User" userId="" providerId="Windows Live" clId="Web-{E4A49BEC-7FDC-6840-DD8D-24008436FE20}" dt="2026-07-01T09:57:46.030" v="20"/>
          <ac:spMkLst>
            <pc:docMk/>
            <pc:sldMk cId="813168364" sldId="264"/>
            <ac:spMk id="4" creationId="{6900E262-FA58-4616-2BEC-1B48DE13DB5D}"/>
          </ac:spMkLst>
        </pc:spChg>
        <pc:spChg chg="del">
          <ac:chgData name="Guest User" userId="" providerId="Windows Live" clId="Web-{E4A49BEC-7FDC-6840-DD8D-24008436FE20}" dt="2026-07-01T09:57:46.030" v="19"/>
          <ac:spMkLst>
            <pc:docMk/>
            <pc:sldMk cId="813168364" sldId="264"/>
            <ac:spMk id="5" creationId="{05FB3A79-0435-A445-762A-1B189E974DDD}"/>
          </ac:spMkLst>
        </pc:spChg>
        <pc:spChg chg="del">
          <ac:chgData name="Guest User" userId="" providerId="Windows Live" clId="Web-{E4A49BEC-7FDC-6840-DD8D-24008436FE20}" dt="2026-07-01T09:57:46.030" v="18"/>
          <ac:spMkLst>
            <pc:docMk/>
            <pc:sldMk cId="813168364" sldId="264"/>
            <ac:spMk id="6" creationId="{DA3A5214-7139-E84F-7483-9E22505294C0}"/>
          </ac:spMkLst>
        </pc:spChg>
        <pc:spChg chg="del">
          <ac:chgData name="Guest User" userId="" providerId="Windows Live" clId="Web-{E4A49BEC-7FDC-6840-DD8D-24008436FE20}" dt="2026-07-01T09:57:46.030" v="17"/>
          <ac:spMkLst>
            <pc:docMk/>
            <pc:sldMk cId="813168364" sldId="264"/>
            <ac:spMk id="7" creationId="{8C70A9B1-C159-8720-61A8-626B2C2ED96B}"/>
          </ac:spMkLst>
        </pc:spChg>
        <pc:spChg chg="del">
          <ac:chgData name="Guest User" userId="" providerId="Windows Live" clId="Web-{E4A49BEC-7FDC-6840-DD8D-24008436FE20}" dt="2026-07-01T09:57:46.030" v="16"/>
          <ac:spMkLst>
            <pc:docMk/>
            <pc:sldMk cId="813168364" sldId="264"/>
            <ac:spMk id="8" creationId="{CADF41A5-E44C-8C9A-B9C6-EB3F098782BB}"/>
          </ac:spMkLst>
        </pc:spChg>
        <pc:spChg chg="del">
          <ac:chgData name="Guest User" userId="" providerId="Windows Live" clId="Web-{E4A49BEC-7FDC-6840-DD8D-24008436FE20}" dt="2026-07-01T09:57:46.030" v="15"/>
          <ac:spMkLst>
            <pc:docMk/>
            <pc:sldMk cId="813168364" sldId="264"/>
            <ac:spMk id="9" creationId="{8CEC6A13-39D7-D090-9A92-61D79A2C629F}"/>
          </ac:spMkLst>
        </pc:spChg>
        <pc:spChg chg="del">
          <ac:chgData name="Guest User" userId="" providerId="Windows Live" clId="Web-{E4A49BEC-7FDC-6840-DD8D-24008436FE20}" dt="2026-07-01T09:57:46.030" v="14"/>
          <ac:spMkLst>
            <pc:docMk/>
            <pc:sldMk cId="813168364" sldId="264"/>
            <ac:spMk id="10" creationId="{61606967-757E-D470-BC91-FDA4E0BBAAAD}"/>
          </ac:spMkLst>
        </pc:spChg>
        <pc:spChg chg="del">
          <ac:chgData name="Guest User" userId="" providerId="Windows Live" clId="Web-{E4A49BEC-7FDC-6840-DD8D-24008436FE20}" dt="2026-07-01T09:57:46.030" v="13"/>
          <ac:spMkLst>
            <pc:docMk/>
            <pc:sldMk cId="813168364" sldId="264"/>
            <ac:spMk id="11" creationId="{B3A468F4-BB3B-0328-C187-8298EE5DDE4F}"/>
          </ac:spMkLst>
        </pc:spChg>
        <pc:spChg chg="del">
          <ac:chgData name="Guest User" userId="" providerId="Windows Live" clId="Web-{E4A49BEC-7FDC-6840-DD8D-24008436FE20}" dt="2026-07-01T09:57:46.030" v="12"/>
          <ac:spMkLst>
            <pc:docMk/>
            <pc:sldMk cId="813168364" sldId="264"/>
            <ac:spMk id="12" creationId="{347B9B52-0BC6-A53F-145F-FB2AAB20E371}"/>
          </ac:spMkLst>
        </pc:spChg>
        <pc:spChg chg="del">
          <ac:chgData name="Guest User" userId="" providerId="Windows Live" clId="Web-{E4A49BEC-7FDC-6840-DD8D-24008436FE20}" dt="2026-07-01T09:57:46.030" v="11"/>
          <ac:spMkLst>
            <pc:docMk/>
            <pc:sldMk cId="813168364" sldId="264"/>
            <ac:spMk id="13" creationId="{57EF7D2F-0B97-521D-50A9-72AF7508CA78}"/>
          </ac:spMkLst>
        </pc:spChg>
        <pc:spChg chg="del">
          <ac:chgData name="Guest User" userId="" providerId="Windows Live" clId="Web-{E4A49BEC-7FDC-6840-DD8D-24008436FE20}" dt="2026-07-01T09:57:46.030" v="10"/>
          <ac:spMkLst>
            <pc:docMk/>
            <pc:sldMk cId="813168364" sldId="264"/>
            <ac:spMk id="14" creationId="{81AF5148-B937-5FEF-886C-EC67D829B17E}"/>
          </ac:spMkLst>
        </pc:spChg>
        <pc:spChg chg="del">
          <ac:chgData name="Guest User" userId="" providerId="Windows Live" clId="Web-{E4A49BEC-7FDC-6840-DD8D-24008436FE20}" dt="2026-07-01T09:57:46.030" v="9"/>
          <ac:spMkLst>
            <pc:docMk/>
            <pc:sldMk cId="813168364" sldId="264"/>
            <ac:spMk id="15" creationId="{45CC57AF-7E79-BFD2-5A5F-80047E06F608}"/>
          </ac:spMkLst>
        </pc:spChg>
        <pc:spChg chg="del">
          <ac:chgData name="Guest User" userId="" providerId="Windows Live" clId="Web-{E4A49BEC-7FDC-6840-DD8D-24008436FE20}" dt="2026-07-01T09:57:46.030" v="8"/>
          <ac:spMkLst>
            <pc:docMk/>
            <pc:sldMk cId="813168364" sldId="264"/>
            <ac:spMk id="16" creationId="{DEC86D79-2CEE-A046-953B-6134BCA347C9}"/>
          </ac:spMkLst>
        </pc:spChg>
        <pc:spChg chg="del">
          <ac:chgData name="Guest User" userId="" providerId="Windows Live" clId="Web-{E4A49BEC-7FDC-6840-DD8D-24008436FE20}" dt="2026-07-01T09:57:46.030" v="7"/>
          <ac:spMkLst>
            <pc:docMk/>
            <pc:sldMk cId="813168364" sldId="264"/>
            <ac:spMk id="17" creationId="{0C77047F-61DE-239B-40BB-280722D56F49}"/>
          </ac:spMkLst>
        </pc:spChg>
        <pc:spChg chg="del">
          <ac:chgData name="Guest User" userId="" providerId="Windows Live" clId="Web-{E4A49BEC-7FDC-6840-DD8D-24008436FE20}" dt="2026-07-01T09:57:46.030" v="6"/>
          <ac:spMkLst>
            <pc:docMk/>
            <pc:sldMk cId="813168364" sldId="264"/>
            <ac:spMk id="18" creationId="{CE467A97-633E-ABF9-46C8-529D3A57A37C}"/>
          </ac:spMkLst>
        </pc:spChg>
        <pc:spChg chg="del">
          <ac:chgData name="Guest User" userId="" providerId="Windows Live" clId="Web-{E4A49BEC-7FDC-6840-DD8D-24008436FE20}" dt="2026-07-01T09:57:46.030" v="5"/>
          <ac:spMkLst>
            <pc:docMk/>
            <pc:sldMk cId="813168364" sldId="264"/>
            <ac:spMk id="19" creationId="{35287D78-C6D7-427E-303C-13249CD2EE49}"/>
          </ac:spMkLst>
        </pc:spChg>
        <pc:spChg chg="del">
          <ac:chgData name="Guest User" userId="" providerId="Windows Live" clId="Web-{E4A49BEC-7FDC-6840-DD8D-24008436FE20}" dt="2026-07-01T09:57:46.030" v="4"/>
          <ac:spMkLst>
            <pc:docMk/>
            <pc:sldMk cId="813168364" sldId="264"/>
            <ac:spMk id="20" creationId="{12C6F90A-1B6A-E6C5-FBCA-2FD531A7996E}"/>
          </ac:spMkLst>
        </pc:spChg>
        <pc:spChg chg="del">
          <ac:chgData name="Guest User" userId="" providerId="Windows Live" clId="Web-{E4A49BEC-7FDC-6840-DD8D-24008436FE20}" dt="2026-07-01T09:57:46.030" v="3"/>
          <ac:spMkLst>
            <pc:docMk/>
            <pc:sldMk cId="813168364" sldId="264"/>
            <ac:spMk id="21" creationId="{F27E7B75-4BCA-9817-439B-A92A4DFCC077}"/>
          </ac:spMkLst>
        </pc:spChg>
        <pc:spChg chg="del">
          <ac:chgData name="Guest User" userId="" providerId="Windows Live" clId="Web-{E4A49BEC-7FDC-6840-DD8D-24008436FE20}" dt="2026-07-01T09:57:46.030" v="23"/>
          <ac:spMkLst>
            <pc:docMk/>
            <pc:sldMk cId="813168364" sldId="264"/>
            <ac:spMk id="22" creationId="{595768EC-BDA4-AAD1-1EB0-6FEC14F7127D}"/>
          </ac:spMkLst>
        </pc:spChg>
      </pc:sldChg>
      <pc:sldChg chg="modSp add replId">
        <pc:chgData name="Guest User" userId="" providerId="Windows Live" clId="Web-{E4A49BEC-7FDC-6840-DD8D-24008436FE20}" dt="2026-07-01T09:58:44.782" v="36" actId="20577"/>
        <pc:sldMkLst>
          <pc:docMk/>
          <pc:sldMk cId="3719796896" sldId="264"/>
        </pc:sldMkLst>
        <pc:spChg chg="mod">
          <ac:chgData name="Guest User" userId="" providerId="Windows Live" clId="Web-{E4A49BEC-7FDC-6840-DD8D-24008436FE20}" dt="2026-07-01T09:58:06.921" v="28" actId="20577"/>
          <ac:spMkLst>
            <pc:docMk/>
            <pc:sldMk cId="3719796896" sldId="264"/>
            <ac:spMk id="2" creationId="{683A1D11-3CB6-2382-BB95-2EF4F11BFFE6}"/>
          </ac:spMkLst>
        </pc:spChg>
        <pc:spChg chg="mod">
          <ac:chgData name="Guest User" userId="" providerId="Windows Live" clId="Web-{E4A49BEC-7FDC-6840-DD8D-24008436FE20}" dt="2026-07-01T09:58:22.484" v="32" actId="20577"/>
          <ac:spMkLst>
            <pc:docMk/>
            <pc:sldMk cId="3719796896" sldId="264"/>
            <ac:spMk id="6" creationId="{E62F84BA-F289-9EE1-71BC-0F3CCB8E45DA}"/>
          </ac:spMkLst>
        </pc:spChg>
        <pc:spChg chg="mod">
          <ac:chgData name="Guest User" userId="" providerId="Windows Live" clId="Web-{E4A49BEC-7FDC-6840-DD8D-24008436FE20}" dt="2026-07-01T09:58:44.782" v="36" actId="20577"/>
          <ac:spMkLst>
            <pc:docMk/>
            <pc:sldMk cId="3719796896" sldId="264"/>
            <ac:spMk id="8" creationId="{282B171E-C177-E848-9F0F-49A182931BDD}"/>
          </ac:spMkLst>
        </pc:spChg>
      </pc:sldChg>
    </pc:docChg>
  </pc:docChgLst>
  <pc:docChgLst>
    <pc:chgData name="Guest User" providerId="Windows Live" clId="Web-{B301E2ED-0853-97D6-0BA1-0D4AF5944A75}"/>
    <pc:docChg chg="mod modSld">
      <pc:chgData name="Guest User" userId="" providerId="Windows Live" clId="Web-{B301E2ED-0853-97D6-0BA1-0D4AF5944A75}" dt="2026-07-01T08:10:47.183" v="14"/>
      <pc:docMkLst>
        <pc:docMk/>
      </pc:docMkLst>
      <pc:sldChg chg="modSp">
        <pc:chgData name="Guest User" userId="" providerId="Windows Live" clId="Web-{B301E2ED-0853-97D6-0BA1-0D4AF5944A75}" dt="2026-07-01T08:10:13.651" v="13" actId="20577"/>
        <pc:sldMkLst>
          <pc:docMk/>
          <pc:sldMk cId="657066891" sldId="256"/>
        </pc:sldMkLst>
        <pc:spChg chg="mod">
          <ac:chgData name="Guest User" userId="" providerId="Windows Live" clId="Web-{B301E2ED-0853-97D6-0BA1-0D4AF5944A75}" dt="2026-07-01T08:10:11.354" v="10" actId="20577"/>
          <ac:spMkLst>
            <pc:docMk/>
            <pc:sldMk cId="657066891" sldId="256"/>
            <ac:spMk id="6" creationId="{3CB68674-79CA-4610-926C-914AA3C543CC}"/>
          </ac:spMkLst>
        </pc:spChg>
        <pc:spChg chg="mod">
          <ac:chgData name="Guest User" userId="" providerId="Windows Live" clId="Web-{B301E2ED-0853-97D6-0BA1-0D4AF5944A75}" dt="2026-07-01T08:10:13.651" v="13" actId="20577"/>
          <ac:spMkLst>
            <pc:docMk/>
            <pc:sldMk cId="657066891" sldId="256"/>
            <ac:spMk id="8" creationId="{387A93B6-FCEF-404B-A369-014D124C6206}"/>
          </ac:spMkLst>
        </pc:spChg>
      </pc:sldChg>
    </pc:docChg>
  </pc:docChgLst>
  <pc:docChgLst>
    <pc:chgData name="増田 歩夢" userId="121feb3ec8a9f1f2" providerId="Windows Live" clId="Web-{58EEC68C-89B8-81BF-2923-579BA0C41654}"/>
    <pc:docChg chg="addSld delSld modSld">
      <pc:chgData name="増田 歩夢" userId="121feb3ec8a9f1f2" providerId="Windows Live" clId="Web-{58EEC68C-89B8-81BF-2923-579BA0C41654}" dt="2026-07-01T09:59:20.121" v="6"/>
      <pc:docMkLst>
        <pc:docMk/>
      </pc:docMkLst>
      <pc:sldChg chg="add replId">
        <pc:chgData name="増田 歩夢" userId="121feb3ec8a9f1f2" providerId="Windows Live" clId="Web-{58EEC68C-89B8-81BF-2923-579BA0C41654}" dt="2026-07-01T09:59:20.121" v="6"/>
        <pc:sldMkLst>
          <pc:docMk/>
          <pc:sldMk cId="1657649075" sldId="264"/>
        </pc:sldMkLst>
      </pc:sldChg>
      <pc:sldChg chg="addSp modSp del">
        <pc:chgData name="増田 歩夢" userId="121feb3ec8a9f1f2" providerId="Windows Live" clId="Web-{58EEC68C-89B8-81BF-2923-579BA0C41654}" dt="2026-07-01T09:59:17.089" v="5"/>
        <pc:sldMkLst>
          <pc:docMk/>
          <pc:sldMk cId="3719796896" sldId="264"/>
        </pc:sldMkLst>
        <pc:spChg chg="mod">
          <ac:chgData name="増田 歩夢" userId="121feb3ec8a9f1f2" providerId="Windows Live" clId="Web-{58EEC68C-89B8-81BF-2923-579BA0C41654}" dt="2026-07-01T09:59:07.777" v="2" actId="20577"/>
          <ac:spMkLst>
            <pc:docMk/>
            <pc:sldMk cId="3719796896" sldId="264"/>
            <ac:spMk id="8" creationId="{282B171E-C177-E848-9F0F-49A182931BDD}"/>
          </ac:spMkLst>
        </pc:spChg>
        <pc:spChg chg="add mod">
          <ac:chgData name="増田 歩夢" userId="121feb3ec8a9f1f2" providerId="Windows Live" clId="Web-{58EEC68C-89B8-81BF-2923-579BA0C41654}" dt="2026-07-01T09:59:11.996" v="4"/>
          <ac:spMkLst>
            <pc:docMk/>
            <pc:sldMk cId="3719796896" sldId="264"/>
            <ac:spMk id="23" creationId="{910DDCD8-DD89-2141-4440-D83628CF51B1}"/>
          </ac:spMkLst>
        </pc:spChg>
      </pc:sldChg>
    </pc:docChg>
  </pc:docChgLst>
</pc:chgInfo>
</file>

<file path=ppt/comments/modernComment_105_7A790F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5A7988-5D70-4F8D-96EA-9EC33BCEE0EB}" authorId="{95582667-6102-27E7-ED8E-01A166EB4B6B}" created="2026-07-01T08:10:47.183">
    <pc:sldMkLst xmlns:pc="http://schemas.microsoft.com/office/powerpoint/2013/main/command">
      <pc:docMk/>
      <pc:sldMk cId="2054754275" sldId="261"/>
    </pc:sldMkLst>
    <p188:replyLst>
      <p188:reply id="{E9789C8E-92B5-4FE0-805F-BC230E085FA7}" authorId="{95582667-6102-27E7-ED8E-01A166EB4B6B}" created="2026-07-01T18:15:53.510">
        <p188:txBody>
          <a:bodyPr/>
          <a:lstStyle/>
          <a:p>
            <a:r>
              <a:rPr lang="ja-JP" altLang="en-US"/>
              <a:t>最終的にページ数ずれる？</a:t>
            </a:r>
          </a:p>
        </p188:txBody>
      </p188:reply>
    </p188:replyLst>
    <p188:txBody>
      <a:bodyPr/>
      <a:lstStyle/>
      <a:p>
        <a:r>
          <a:rPr lang="ja-JP" altLang="en-US"/>
          <a:t>非表示にしてます</a:t>
        </a:r>
      </a:p>
    </p188:txBody>
  </p188:cm>
</p188:cmLst>
</file>

<file path=ppt/comments/modernComment_107_1A0A98F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6ABB34-F941-9240-AE9D-DD2B60604491}" authorId="{352E31E1-AA31-E65D-0062-1F5D5927732E}" created="2026-07-01T07:36:45.782">
    <pc:sldMkLst xmlns:pc="http://schemas.microsoft.com/office/powerpoint/2013/main/command">
      <pc:docMk/>
      <pc:sldMk cId="436902140" sldId="263"/>
    </pc:sldMkLst>
    <p188:txBody>
      <a:bodyPr/>
      <a:lstStyle/>
      <a:p>
        <a:r>
          <a:rPr lang="ja-JP" altLang="en-US"/>
          <a:t>ここは作り直す必要ありそう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3206-C426-0F04-44FE-008C65AC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41F99-1A7C-7816-5EA2-B67F41B21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15873-1BE3-AA41-0A3E-BF98C59FA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F015B-2561-2155-41BA-2F72AC98B3C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7991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50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microsoft.com/office/2018/10/relationships/comments" Target="../comments/modernComment_105_7A790F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microsoft.com/office/2018/10/relationships/comments" Target="../comments/modernComment_107_1A0A98FC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1FECBE0-B72A-467A-9D8E-320863AB064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err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情報理工学実験B</a:t>
            </a:r>
            <a:r>
              <a: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 2026 / </a:t>
            </a:r>
            <a:r>
              <a:rPr sz="1125" b="1" err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  <a:endParaRPr sz="1125" b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868804F-F66B-4D34-9889-99D3B49FA8CF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Drawing </a:t>
            </a:r>
            <a:r>
              <a:rPr lang="af-ZA"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Forest</a:t>
            </a:r>
            <a:endParaRPr sz="46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5A4BF3-396E-46D8-9504-5BB2F257795F}"/>
              </a:ext>
            </a:extLst>
          </p:cNvPr>
          <p:cNvSpPr>
            <a:spLocks noGrp="1"/>
          </p:cNvSpPr>
          <p:nvPr/>
        </p:nvSpPr>
        <p:spPr>
          <a:xfrm>
            <a:off x="438150" y="194310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Java Socket通信によるオンラインお絵描きクイズゲーム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992E73-5739-4428-AE11-8943030D2D5F}"/>
              </a:ext>
            </a:extLst>
          </p:cNvPr>
          <p:cNvSpPr>
            <a:spLocks noGrp="1"/>
          </p:cNvSpPr>
          <p:nvPr/>
        </p:nvSpPr>
        <p:spPr>
          <a:xfrm>
            <a:off x="414564" y="3511551"/>
            <a:ext cx="4203700" cy="2940957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A75988-9480-4DA8-8724-EF3448A97861}"/>
              </a:ext>
            </a:extLst>
          </p:cNvPr>
          <p:cNvSpPr>
            <a:spLocks noGrp="1"/>
          </p:cNvSpPr>
          <p:nvPr/>
        </p:nvSpPr>
        <p:spPr>
          <a:xfrm>
            <a:off x="647700" y="3829051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00" b="1" dirty="0" err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グループ名</a:t>
            </a:r>
            <a:endParaRPr lang="ja-JP" altLang="en-US" sz="1600" b="1" dirty="0" err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B68674-79CA-4610-926C-914AA3C543CC}"/>
              </a:ext>
            </a:extLst>
          </p:cNvPr>
          <p:cNvSpPr>
            <a:spLocks noGrp="1"/>
          </p:cNvSpPr>
          <p:nvPr/>
        </p:nvSpPr>
        <p:spPr>
          <a:xfrm>
            <a:off x="647700" y="4171951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（記入）</a:t>
            </a:r>
            <a:endParaRPr lang="en-US" sz="210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BBF77F5-0E76-493C-AEA8-5B189DD2850D}"/>
              </a:ext>
            </a:extLst>
          </p:cNvPr>
          <p:cNvSpPr>
            <a:spLocks noGrp="1"/>
          </p:cNvSpPr>
          <p:nvPr/>
        </p:nvSpPr>
        <p:spPr>
          <a:xfrm>
            <a:off x="647700" y="4724401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00" b="1" dirty="0" err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メンバ</a:t>
            </a:r>
            <a:r>
              <a:rPr sz="1600" b="1" dirty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ー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7A93B6-FCEF-404B-A369-014D124C6206}"/>
              </a:ext>
            </a:extLst>
          </p:cNvPr>
          <p:cNvSpPr>
            <a:spLocks noGrp="1"/>
          </p:cNvSpPr>
          <p:nvPr/>
        </p:nvSpPr>
        <p:spPr>
          <a:xfrm>
            <a:off x="647700" y="5067301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>
              <a:lnSpc>
                <a:spcPct val="115000"/>
              </a:lnSpc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 / </a:t>
            </a:r>
            <a:endParaRPr lang="ja-JP" sz="1600" dirty="0"/>
          </a:p>
          <a:p>
            <a:pPr>
              <a:lnSpc>
                <a:spcPct val="114999"/>
              </a:lnSpc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60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B: </a:t>
            </a:r>
            <a:r>
              <a:rPr lang="en-US" altLang="ja-JP" sz="160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1W243114 </a:t>
            </a:r>
            <a:r>
              <a:rPr lang="en-US" altLang="ja-JP" sz="160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松田周</a:t>
            </a:r>
            <a:r>
              <a:rPr lang="ja-JP" sz="160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 </a:t>
            </a:r>
            <a:r>
              <a:rPr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/ C</a:t>
            </a:r>
            <a:endParaRPr lang="en-US" sz="16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>
              <a:lnSpc>
                <a:spcPct val="114999"/>
              </a:lnSpc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</a:t>
            </a:r>
            <a:r>
              <a:rPr lang="en-US"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: 1W243126 </a:t>
            </a:r>
            <a:r>
              <a:rPr lang="ja-JP" altLang="en-US"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山口輝也</a:t>
            </a:r>
            <a:endParaRPr sz="16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39E616B-9A6C-4B14-82DA-75352A511A3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706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955633E-B63C-4747-9FAE-892891DF36F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  <a:p>
            <a:pPr algn="l">
              <a:lnSpc>
                <a:spcPct val="100000"/>
              </a:lnSpc>
              <a:buNone/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endParaRPr sz="1125" b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D1DE6BA-3B90-4273-9C66-A7C4FAC3EBC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目次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8D6E0A4-8D36-4CC1-81D9-EAA8CA8A351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F9B6D5-C1ED-4DD1-A125-42FD70BA80D2}"/>
              </a:ext>
            </a:extLst>
          </p:cNvPr>
          <p:cNvSpPr>
            <a:spLocks noGrp="1"/>
          </p:cNvSpPr>
          <p:nvPr/>
        </p:nvSpPr>
        <p:spPr>
          <a:xfrm>
            <a:off x="400050" y="14535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4CF55E6-7AEB-44D0-A9DD-60770BC16927}"/>
              </a:ext>
            </a:extLst>
          </p:cNvPr>
          <p:cNvSpPr>
            <a:spLocks noGrp="1"/>
          </p:cNvSpPr>
          <p:nvPr/>
        </p:nvSpPr>
        <p:spPr>
          <a:xfrm>
            <a:off x="514350" y="16631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F50C84-E389-4889-BA45-994116F6EA13}"/>
              </a:ext>
            </a:extLst>
          </p:cNvPr>
          <p:cNvSpPr>
            <a:spLocks noGrp="1"/>
          </p:cNvSpPr>
          <p:nvPr/>
        </p:nvSpPr>
        <p:spPr>
          <a:xfrm>
            <a:off x="1200150" y="14535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8DD2190-5B5A-4DF1-BDC1-676D0C6EEDED}"/>
              </a:ext>
            </a:extLst>
          </p:cNvPr>
          <p:cNvSpPr>
            <a:spLocks noGrp="1"/>
          </p:cNvSpPr>
          <p:nvPr/>
        </p:nvSpPr>
        <p:spPr>
          <a:xfrm>
            <a:off x="1466850" y="15869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制作するプログラム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4C4651-2734-4BD1-9FD5-7A1F998E3E94}"/>
              </a:ext>
            </a:extLst>
          </p:cNvPr>
          <p:cNvSpPr>
            <a:spLocks noGrp="1"/>
          </p:cNvSpPr>
          <p:nvPr/>
        </p:nvSpPr>
        <p:spPr>
          <a:xfrm>
            <a:off x="1466850" y="19107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Drawing Forestのゲーム内容と流れ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E9A4CAB-0BA5-4765-8DFF-AD5C45343083}"/>
              </a:ext>
            </a:extLst>
          </p:cNvPr>
          <p:cNvSpPr>
            <a:spLocks noGrp="1"/>
          </p:cNvSpPr>
          <p:nvPr/>
        </p:nvSpPr>
        <p:spPr>
          <a:xfrm>
            <a:off x="400050" y="2558469"/>
            <a:ext cx="800100" cy="7429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4B30BEC-6DCB-4BDD-BF9E-CE206B3A8E15}"/>
              </a:ext>
            </a:extLst>
          </p:cNvPr>
          <p:cNvSpPr>
            <a:spLocks noGrp="1"/>
          </p:cNvSpPr>
          <p:nvPr/>
        </p:nvSpPr>
        <p:spPr>
          <a:xfrm>
            <a:off x="514350" y="27680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7ECA1FE-0E4D-4AF2-AD93-7AAC746B3511}"/>
              </a:ext>
            </a:extLst>
          </p:cNvPr>
          <p:cNvSpPr>
            <a:spLocks noGrp="1"/>
          </p:cNvSpPr>
          <p:nvPr/>
        </p:nvSpPr>
        <p:spPr>
          <a:xfrm>
            <a:off x="1200150" y="25584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35A9161-CB4E-4F5D-ADA0-A5CCCB9ABFE4}"/>
              </a:ext>
            </a:extLst>
          </p:cNvPr>
          <p:cNvSpPr>
            <a:spLocks noGrp="1"/>
          </p:cNvSpPr>
          <p:nvPr/>
        </p:nvSpPr>
        <p:spPr>
          <a:xfrm>
            <a:off x="1466850" y="26918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全体の実装方針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FE7BD7F-E689-42FD-8863-4BAF92E5EAFE}"/>
              </a:ext>
            </a:extLst>
          </p:cNvPr>
          <p:cNvSpPr>
            <a:spLocks noGrp="1"/>
          </p:cNvSpPr>
          <p:nvPr/>
        </p:nvSpPr>
        <p:spPr>
          <a:xfrm>
            <a:off x="1466850" y="30156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Client / Server / Protocolの関係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48F20EE-053D-4C0E-8D57-5DCC902E0EBD}"/>
              </a:ext>
            </a:extLst>
          </p:cNvPr>
          <p:cNvSpPr>
            <a:spLocks noGrp="1"/>
          </p:cNvSpPr>
          <p:nvPr/>
        </p:nvSpPr>
        <p:spPr>
          <a:xfrm>
            <a:off x="400050" y="36633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DEAF65E-D681-4F2D-B14C-9FD60C8D0A1A}"/>
              </a:ext>
            </a:extLst>
          </p:cNvPr>
          <p:cNvSpPr>
            <a:spLocks noGrp="1"/>
          </p:cNvSpPr>
          <p:nvPr/>
        </p:nvSpPr>
        <p:spPr>
          <a:xfrm>
            <a:off x="514350" y="38729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33AF61D-B0F9-428E-9FCB-68C94FE91187}"/>
              </a:ext>
            </a:extLst>
          </p:cNvPr>
          <p:cNvSpPr>
            <a:spLocks noGrp="1"/>
          </p:cNvSpPr>
          <p:nvPr/>
        </p:nvSpPr>
        <p:spPr>
          <a:xfrm>
            <a:off x="1200150" y="36633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C77D6E1-4190-4163-B8E5-47AC19CF9BC4}"/>
              </a:ext>
            </a:extLst>
          </p:cNvPr>
          <p:cNvSpPr>
            <a:spLocks noGrp="1"/>
          </p:cNvSpPr>
          <p:nvPr/>
        </p:nvSpPr>
        <p:spPr>
          <a:xfrm>
            <a:off x="1466850" y="37967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役割分担と進捗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7DDBF2C-2C99-4D2D-9046-C0EC48EFC58E}"/>
              </a:ext>
            </a:extLst>
          </p:cNvPr>
          <p:cNvSpPr>
            <a:spLocks noGrp="1"/>
          </p:cNvSpPr>
          <p:nvPr/>
        </p:nvSpPr>
        <p:spPr>
          <a:xfrm>
            <a:off x="1466850" y="41205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A/B/C/Dの担当範囲と記入欄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45E8FC5-08BF-4A28-B0CA-D623EB6075B6}"/>
              </a:ext>
            </a:extLst>
          </p:cNvPr>
          <p:cNvSpPr>
            <a:spLocks noGrp="1"/>
          </p:cNvSpPr>
          <p:nvPr/>
        </p:nvSpPr>
        <p:spPr>
          <a:xfrm>
            <a:off x="6305550" y="14535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0308BA3-D9FF-457E-82C9-B0D5F3A0FF04}"/>
              </a:ext>
            </a:extLst>
          </p:cNvPr>
          <p:cNvSpPr>
            <a:spLocks noGrp="1"/>
          </p:cNvSpPr>
          <p:nvPr/>
        </p:nvSpPr>
        <p:spPr>
          <a:xfrm>
            <a:off x="6419850" y="16631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2396342-8772-4083-8317-6325C4A51749}"/>
              </a:ext>
            </a:extLst>
          </p:cNvPr>
          <p:cNvSpPr>
            <a:spLocks noGrp="1"/>
          </p:cNvSpPr>
          <p:nvPr/>
        </p:nvSpPr>
        <p:spPr>
          <a:xfrm>
            <a:off x="7105650" y="14535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F847F02-3968-4AF0-83A6-D786387164C2}"/>
              </a:ext>
            </a:extLst>
          </p:cNvPr>
          <p:cNvSpPr>
            <a:spLocks noGrp="1"/>
          </p:cNvSpPr>
          <p:nvPr/>
        </p:nvSpPr>
        <p:spPr>
          <a:xfrm>
            <a:off x="7372350" y="15869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Bの進捗詳細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A364882-A759-4812-B612-D1631A2A7840}"/>
              </a:ext>
            </a:extLst>
          </p:cNvPr>
          <p:cNvSpPr>
            <a:spLocks noGrp="1"/>
          </p:cNvSpPr>
          <p:nvPr/>
        </p:nvSpPr>
        <p:spPr>
          <a:xfrm>
            <a:off x="7372350" y="19107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4676" lnSpcReduction="2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5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お絵かきの実装概略</a:t>
            </a:r>
            <a:endParaRPr lang="ja-JP" altLang="en-US" sz="1250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A3012B0-44E6-494A-85F3-C4DF701EA33B}"/>
              </a:ext>
            </a:extLst>
          </p:cNvPr>
          <p:cNvSpPr>
            <a:spLocks noGrp="1"/>
          </p:cNvSpPr>
          <p:nvPr/>
        </p:nvSpPr>
        <p:spPr>
          <a:xfrm>
            <a:off x="6305550" y="25584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79ADFC5-7948-4EC7-AC54-C08F3679C125}"/>
              </a:ext>
            </a:extLst>
          </p:cNvPr>
          <p:cNvSpPr>
            <a:spLocks noGrp="1"/>
          </p:cNvSpPr>
          <p:nvPr/>
        </p:nvSpPr>
        <p:spPr>
          <a:xfrm>
            <a:off x="6419850" y="27680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222B43C-869D-44B8-A829-7DD7A71A5290}"/>
              </a:ext>
            </a:extLst>
          </p:cNvPr>
          <p:cNvSpPr>
            <a:spLocks noGrp="1"/>
          </p:cNvSpPr>
          <p:nvPr/>
        </p:nvSpPr>
        <p:spPr>
          <a:xfrm>
            <a:off x="7105650" y="25584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0B8CEEC-B503-44E4-9077-9E0B03C07F3E}"/>
              </a:ext>
            </a:extLst>
          </p:cNvPr>
          <p:cNvSpPr>
            <a:spLocks noGrp="1"/>
          </p:cNvSpPr>
          <p:nvPr/>
        </p:nvSpPr>
        <p:spPr>
          <a:xfrm>
            <a:off x="7372350" y="26918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</a:t>
            </a:r>
            <a:r>
              <a:rPr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の進捗詳細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5D9AC55-4EF7-40DB-A2DB-35AE752C1DE1}"/>
              </a:ext>
            </a:extLst>
          </p:cNvPr>
          <p:cNvSpPr>
            <a:spLocks noGrp="1"/>
          </p:cNvSpPr>
          <p:nvPr/>
        </p:nvSpPr>
        <p:spPr>
          <a:xfrm>
            <a:off x="7372350" y="30156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>
              <a:lnSpc>
                <a:spcPct val="115000"/>
              </a:lnSpc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75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（補足）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04F7D22-ADC4-4FA3-A2FD-42A5658F59B7}"/>
              </a:ext>
            </a:extLst>
          </p:cNvPr>
          <p:cNvSpPr>
            <a:spLocks noGrp="1"/>
          </p:cNvSpPr>
          <p:nvPr/>
        </p:nvSpPr>
        <p:spPr>
          <a:xfrm>
            <a:off x="6305550" y="36633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0368731-4484-47AB-B5EF-6041EFCE8034}"/>
              </a:ext>
            </a:extLst>
          </p:cNvPr>
          <p:cNvSpPr>
            <a:spLocks noGrp="1"/>
          </p:cNvSpPr>
          <p:nvPr/>
        </p:nvSpPr>
        <p:spPr>
          <a:xfrm>
            <a:off x="6419850" y="38729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6F22957-1A92-4917-8BED-35966DB0DD40}"/>
              </a:ext>
            </a:extLst>
          </p:cNvPr>
          <p:cNvSpPr>
            <a:spLocks noGrp="1"/>
          </p:cNvSpPr>
          <p:nvPr/>
        </p:nvSpPr>
        <p:spPr>
          <a:xfrm>
            <a:off x="7105650" y="36633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841A895-3C04-4AB2-9546-0252D51D7B03}"/>
              </a:ext>
            </a:extLst>
          </p:cNvPr>
          <p:cNvSpPr>
            <a:spLocks noGrp="1"/>
          </p:cNvSpPr>
          <p:nvPr/>
        </p:nvSpPr>
        <p:spPr>
          <a:xfrm>
            <a:off x="7372350" y="37967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Dの進捗詳細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999FE4A-34FB-4ACF-B40E-2E25DD9E8AD1}"/>
              </a:ext>
            </a:extLst>
          </p:cNvPr>
          <p:cNvSpPr>
            <a:spLocks noGrp="1"/>
          </p:cNvSpPr>
          <p:nvPr/>
        </p:nvSpPr>
        <p:spPr>
          <a:xfrm>
            <a:off x="7372350" y="41205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>
              <a:lnSpc>
                <a:spcPct val="115000"/>
              </a:lnSpc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75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（補足）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938B324-0997-5BCF-DABF-05F4222CE522}"/>
              </a:ext>
            </a:extLst>
          </p:cNvPr>
          <p:cNvSpPr>
            <a:spLocks noGrp="1"/>
          </p:cNvSpPr>
          <p:nvPr/>
        </p:nvSpPr>
        <p:spPr>
          <a:xfrm>
            <a:off x="400050" y="4768269"/>
            <a:ext cx="800100" cy="742950"/>
          </a:xfrm>
          <a:prstGeom prst="rect">
            <a:avLst/>
          </a:prstGeom>
          <a:solidFill>
            <a:schemeClr val="tx1">
              <a:alpha val="8588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0D98BDA-2256-0E61-8A46-4D407D9AB906}"/>
              </a:ext>
            </a:extLst>
          </p:cNvPr>
          <p:cNvSpPr>
            <a:spLocks noGrp="1"/>
          </p:cNvSpPr>
          <p:nvPr/>
        </p:nvSpPr>
        <p:spPr>
          <a:xfrm>
            <a:off x="514350" y="49778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062AABB-4FB5-7166-4E12-AF5F19DE997A}"/>
              </a:ext>
            </a:extLst>
          </p:cNvPr>
          <p:cNvSpPr>
            <a:spLocks noGrp="1"/>
          </p:cNvSpPr>
          <p:nvPr/>
        </p:nvSpPr>
        <p:spPr>
          <a:xfrm>
            <a:off x="1200150" y="47682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0075A95-3D42-54D9-C3AD-5043BB28EF5E}"/>
              </a:ext>
            </a:extLst>
          </p:cNvPr>
          <p:cNvSpPr>
            <a:spLocks noGrp="1"/>
          </p:cNvSpPr>
          <p:nvPr/>
        </p:nvSpPr>
        <p:spPr>
          <a:xfrm>
            <a:off x="1466850" y="49016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Aの進捗詳細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2409D73-A6FC-4AFC-F545-BAB375D2DF2D}"/>
              </a:ext>
            </a:extLst>
          </p:cNvPr>
          <p:cNvSpPr>
            <a:spLocks noGrp="1"/>
          </p:cNvSpPr>
          <p:nvPr/>
        </p:nvSpPr>
        <p:spPr>
          <a:xfrm>
            <a:off x="1466850" y="52254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>
              <a:lnSpc>
                <a:spcPct val="115000"/>
              </a:lnSpc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75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ルーム管理で実装した内容</a:t>
            </a:r>
          </a:p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endParaRPr sz="1275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72F4D3B-0D20-6E80-B44B-540A6DFBAA64}"/>
              </a:ext>
            </a:extLst>
          </p:cNvPr>
          <p:cNvSpPr>
            <a:spLocks noGrp="1"/>
          </p:cNvSpPr>
          <p:nvPr/>
        </p:nvSpPr>
        <p:spPr>
          <a:xfrm>
            <a:off x="6305550" y="4733925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9A0915A-5548-C2A8-EAE4-71AAFEA0E28F}"/>
              </a:ext>
            </a:extLst>
          </p:cNvPr>
          <p:cNvSpPr>
            <a:spLocks noGrp="1"/>
          </p:cNvSpPr>
          <p:nvPr/>
        </p:nvSpPr>
        <p:spPr>
          <a:xfrm>
            <a:off x="6419850" y="49434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96A352C-9CB2-58C5-4B53-F15B0EB7EAB9}"/>
              </a:ext>
            </a:extLst>
          </p:cNvPr>
          <p:cNvSpPr>
            <a:spLocks noGrp="1"/>
          </p:cNvSpPr>
          <p:nvPr/>
        </p:nvSpPr>
        <p:spPr>
          <a:xfrm>
            <a:off x="7105650" y="4733925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E33D20F-8B68-AC64-755A-65B88F4523C9}"/>
              </a:ext>
            </a:extLst>
          </p:cNvPr>
          <p:cNvSpPr>
            <a:spLocks noGrp="1"/>
          </p:cNvSpPr>
          <p:nvPr/>
        </p:nvSpPr>
        <p:spPr>
          <a:xfrm>
            <a:off x="7372350" y="48672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今後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E48BEDF-C939-6146-E73C-B6A35B7585CE}"/>
              </a:ext>
            </a:extLst>
          </p:cNvPr>
          <p:cNvSpPr>
            <a:spLocks noGrp="1"/>
          </p:cNvSpPr>
          <p:nvPr/>
        </p:nvSpPr>
        <p:spPr>
          <a:xfrm>
            <a:off x="7372350" y="5191125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>
              <a:lnSpc>
                <a:spcPct val="115000"/>
              </a:lnSpc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75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（補足）</a:t>
            </a:r>
          </a:p>
        </p:txBody>
      </p:sp>
    </p:spTree>
    <p:extLst>
      <p:ext uri="{BB962C8B-B14F-4D97-AF65-F5344CB8AC3E}">
        <p14:creationId xmlns:p14="http://schemas.microsoft.com/office/powerpoint/2010/main" val="149605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A65B827-7C0C-4A1C-8953-15782226AE1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  <a:p>
            <a:pPr algn="l">
              <a:lnSpc>
                <a:spcPct val="100000"/>
              </a:lnSpc>
              <a:buNone/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endParaRPr sz="1125" b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F54EAE-9441-4A56-9823-3BC1C95B488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01：</a:t>
            </a: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複数人で遊ぶお絵描きクイズゲームを作る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98D8F5-533B-4193-88C1-137B526560D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B07702-231D-454F-AE8B-99D5634456D3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7507578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誰か1人が部屋を作成し、参加者が同じ部屋に集まる。ゲーム開始後、描く人がお題を絵で表現し、他の人がチャットで回答する。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9D4D7F9-0D96-4BFB-8F99-B13784234369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9967" lnSpcReduction="20000"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ゲームの流れ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C0C7F0-DB04-43FD-AD13-CC4BDD09AE91}"/>
              </a:ext>
            </a:extLst>
          </p:cNvPr>
          <p:cNvSpPr>
            <a:spLocks noGrp="1"/>
          </p:cNvSpPr>
          <p:nvPr/>
        </p:nvSpPr>
        <p:spPr>
          <a:xfrm>
            <a:off x="514350" y="335280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C53FE10-76F4-477A-AB78-F65CDA6349A0}"/>
              </a:ext>
            </a:extLst>
          </p:cNvPr>
          <p:cNvSpPr>
            <a:spLocks noGrp="1"/>
          </p:cNvSpPr>
          <p:nvPr/>
        </p:nvSpPr>
        <p:spPr>
          <a:xfrm>
            <a:off x="514350" y="3352800"/>
            <a:ext cx="419100" cy="11811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7D9BF1-4BD5-40DF-830F-E3350811B6C8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8672E2A-B3BC-4FEC-B2DF-723C9E2F7C9C}"/>
              </a:ext>
            </a:extLst>
          </p:cNvPr>
          <p:cNvSpPr>
            <a:spLocks noGrp="1"/>
          </p:cNvSpPr>
          <p:nvPr/>
        </p:nvSpPr>
        <p:spPr>
          <a:xfrm>
            <a:off x="1104900" y="3524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部屋を作る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14CEC3-59E8-473A-B7B2-2845DB7D9419}"/>
              </a:ext>
            </a:extLst>
          </p:cNvPr>
          <p:cNvSpPr>
            <a:spLocks noGrp="1"/>
          </p:cNvSpPr>
          <p:nvPr/>
        </p:nvSpPr>
        <p:spPr>
          <a:xfrm>
            <a:off x="1104900" y="38862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903" lnSpcReduction="1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プレイヤーがロビーで部屋を作成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1325C1D-BB45-453B-81B8-4D28E9519BCC}"/>
              </a:ext>
            </a:extLst>
          </p:cNvPr>
          <p:cNvSpPr>
            <a:spLocks noGrp="1"/>
          </p:cNvSpPr>
          <p:nvPr/>
        </p:nvSpPr>
        <p:spPr>
          <a:xfrm>
            <a:off x="4438650" y="335280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26DB331-7DAA-4F36-84CA-49AB8E769462}"/>
              </a:ext>
            </a:extLst>
          </p:cNvPr>
          <p:cNvSpPr>
            <a:spLocks noGrp="1"/>
          </p:cNvSpPr>
          <p:nvPr/>
        </p:nvSpPr>
        <p:spPr>
          <a:xfrm>
            <a:off x="4438650" y="3352800"/>
            <a:ext cx="419100" cy="1181100"/>
          </a:xfrm>
          <a:prstGeom prst="rect">
            <a:avLst/>
          </a:prstGeom>
          <a:solidFill>
            <a:srgbClr val="2F9E4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F2A0267-1435-45DC-AE98-BE3FCDE630F2}"/>
              </a:ext>
            </a:extLst>
          </p:cNvPr>
          <p:cNvSpPr>
            <a:spLocks noGrp="1"/>
          </p:cNvSpPr>
          <p:nvPr/>
        </p:nvSpPr>
        <p:spPr>
          <a:xfrm>
            <a:off x="4514850" y="373380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47014B-717D-4F22-BBFB-E5BBEE024E6F}"/>
              </a:ext>
            </a:extLst>
          </p:cNvPr>
          <p:cNvSpPr>
            <a:spLocks noGrp="1"/>
          </p:cNvSpPr>
          <p:nvPr/>
        </p:nvSpPr>
        <p:spPr>
          <a:xfrm>
            <a:off x="5029200" y="3524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参加する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F699DA-AD8F-41A6-B730-45DA5275E42A}"/>
              </a:ext>
            </a:extLst>
          </p:cNvPr>
          <p:cNvSpPr>
            <a:spLocks noGrp="1"/>
          </p:cNvSpPr>
          <p:nvPr/>
        </p:nvSpPr>
        <p:spPr>
          <a:xfrm>
            <a:off x="5029200" y="38862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6067" lnSpcReduction="1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他のプレイヤーが部屋一覧から参加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2314F1C-DC1E-462E-9852-0A8EE01401D6}"/>
              </a:ext>
            </a:extLst>
          </p:cNvPr>
          <p:cNvSpPr>
            <a:spLocks noGrp="1"/>
          </p:cNvSpPr>
          <p:nvPr/>
        </p:nvSpPr>
        <p:spPr>
          <a:xfrm>
            <a:off x="8362950" y="335280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DF3BACA-54D6-4A63-A4BA-2E97C1A30BC8}"/>
              </a:ext>
            </a:extLst>
          </p:cNvPr>
          <p:cNvSpPr>
            <a:spLocks noGrp="1"/>
          </p:cNvSpPr>
          <p:nvPr/>
        </p:nvSpPr>
        <p:spPr>
          <a:xfrm>
            <a:off x="8362950" y="3352800"/>
            <a:ext cx="419100" cy="1181100"/>
          </a:xfrm>
          <a:prstGeom prst="rect">
            <a:avLst/>
          </a:prstGeom>
          <a:solidFill>
            <a:srgbClr val="F59F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7531109-0C86-40A2-9575-86361404BED7}"/>
              </a:ext>
            </a:extLst>
          </p:cNvPr>
          <p:cNvSpPr>
            <a:spLocks noGrp="1"/>
          </p:cNvSpPr>
          <p:nvPr/>
        </p:nvSpPr>
        <p:spPr>
          <a:xfrm>
            <a:off x="8439150" y="373380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D82DD01-7C57-4C4F-A7F4-D83359AEBE66}"/>
              </a:ext>
            </a:extLst>
          </p:cNvPr>
          <p:cNvSpPr>
            <a:spLocks noGrp="1"/>
          </p:cNvSpPr>
          <p:nvPr/>
        </p:nvSpPr>
        <p:spPr>
          <a:xfrm>
            <a:off x="8953500" y="3524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開始する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0366989-2093-4CFB-A657-622D8EBE81FB}"/>
              </a:ext>
            </a:extLst>
          </p:cNvPr>
          <p:cNvSpPr>
            <a:spLocks noGrp="1"/>
          </p:cNvSpPr>
          <p:nvPr/>
        </p:nvSpPr>
        <p:spPr>
          <a:xfrm>
            <a:off x="8953500" y="38862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揃ったらゲーム開始へ進む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59AA1B7-534F-4C4F-9938-82ABFB371FCF}"/>
              </a:ext>
            </a:extLst>
          </p:cNvPr>
          <p:cNvSpPr>
            <a:spLocks noGrp="1"/>
          </p:cNvSpPr>
          <p:nvPr/>
        </p:nvSpPr>
        <p:spPr>
          <a:xfrm>
            <a:off x="2476500" y="485775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DAB5724-14E6-4023-B74E-FE6DC25A86AD}"/>
              </a:ext>
            </a:extLst>
          </p:cNvPr>
          <p:cNvSpPr>
            <a:spLocks noGrp="1"/>
          </p:cNvSpPr>
          <p:nvPr/>
        </p:nvSpPr>
        <p:spPr>
          <a:xfrm>
            <a:off x="2476500" y="4857750"/>
            <a:ext cx="419100" cy="1181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F78E3C1-FCEC-41C5-B53C-C3D38D1BDE79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0FCD343-A491-46FD-8E9E-17219DD408D1}"/>
              </a:ext>
            </a:extLst>
          </p:cNvPr>
          <p:cNvSpPr>
            <a:spLocks noGrp="1"/>
          </p:cNvSpPr>
          <p:nvPr/>
        </p:nvSpPr>
        <p:spPr>
          <a:xfrm>
            <a:off x="3067050" y="5029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描いて回答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CC3530-5173-4161-9567-3A62AAB33AA3}"/>
              </a:ext>
            </a:extLst>
          </p:cNvPr>
          <p:cNvSpPr>
            <a:spLocks noGrp="1"/>
          </p:cNvSpPr>
          <p:nvPr/>
        </p:nvSpPr>
        <p:spPr>
          <a:xfrm>
            <a:off x="3067050" y="53911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6067" lnSpcReduction="1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描画データとチャットを通信で同期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B70D378-BF6F-40AA-A790-FAD33E7B8824}"/>
              </a:ext>
            </a:extLst>
          </p:cNvPr>
          <p:cNvSpPr>
            <a:spLocks noGrp="1"/>
          </p:cNvSpPr>
          <p:nvPr/>
        </p:nvSpPr>
        <p:spPr>
          <a:xfrm>
            <a:off x="6400800" y="485775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C49C5C6-C6DF-4025-868A-C809906F36C6}"/>
              </a:ext>
            </a:extLst>
          </p:cNvPr>
          <p:cNvSpPr>
            <a:spLocks noGrp="1"/>
          </p:cNvSpPr>
          <p:nvPr/>
        </p:nvSpPr>
        <p:spPr>
          <a:xfrm>
            <a:off x="6400800" y="4857750"/>
            <a:ext cx="419100" cy="1181100"/>
          </a:xfrm>
          <a:prstGeom prst="rect">
            <a:avLst/>
          </a:prstGeom>
          <a:solidFill>
            <a:srgbClr val="D948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5F42EC2-7FF3-4801-B831-3900B0F7FD62}"/>
              </a:ext>
            </a:extLst>
          </p:cNvPr>
          <p:cNvSpPr>
            <a:spLocks noGrp="1"/>
          </p:cNvSpPr>
          <p:nvPr/>
        </p:nvSpPr>
        <p:spPr>
          <a:xfrm>
            <a:off x="6477000" y="52387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F9C4AB9-3DE1-4AF2-8096-12DEB190A6D6}"/>
              </a:ext>
            </a:extLst>
          </p:cNvPr>
          <p:cNvSpPr>
            <a:spLocks noGrp="1"/>
          </p:cNvSpPr>
          <p:nvPr/>
        </p:nvSpPr>
        <p:spPr>
          <a:xfrm>
            <a:off x="6991350" y="5029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判定・得点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01EC9AE-79C9-466C-974F-407BDBACE3CA}"/>
              </a:ext>
            </a:extLst>
          </p:cNvPr>
          <p:cNvSpPr>
            <a:spLocks noGrp="1"/>
          </p:cNvSpPr>
          <p:nvPr/>
        </p:nvSpPr>
        <p:spPr>
          <a:xfrm>
            <a:off x="6991350" y="53911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正誤判定とスコアを更新</a:t>
            </a:r>
          </a:p>
        </p:txBody>
      </p:sp>
    </p:spTree>
    <p:extLst>
      <p:ext uri="{BB962C8B-B14F-4D97-AF65-F5344CB8AC3E}">
        <p14:creationId xmlns:p14="http://schemas.microsoft.com/office/powerpoint/2010/main" val="10919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2FD4DEA-6797-4532-93DD-92A81D9B60B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C548D1-0EC5-4F12-8D90-66CFB611EC7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851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02</a:t>
            </a: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：全体の実装方針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EE5F721-980D-4F13-B84E-43DEC668A44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CB304D-6D68-4957-B3CF-156BD7811947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096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全員が同じ通信形式を使えるように、Protocol.javaでコマンドを定義する。受信側はコマンドを判別し、A/B/Cの各処理へ振り分ける。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6F5660-892B-4EEE-864B-4E0AB25E9F91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2476500" cy="1047750"/>
          </a:xfrm>
          <a:prstGeom prst="rect">
            <a:avLst/>
          </a:prstGeom>
          <a:solidFill>
            <a:srgbClr val="EAF3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B60AB24-7C8F-423B-B11C-0845D1379887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3241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Client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CB253B-7791-462D-988B-D2DBAA82CCC7}"/>
              </a:ext>
            </a:extLst>
          </p:cNvPr>
          <p:cNvSpPr>
            <a:spLocks noGrp="1"/>
          </p:cNvSpPr>
          <p:nvPr/>
        </p:nvSpPr>
        <p:spPr>
          <a:xfrm>
            <a:off x="971550" y="3829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6150" lnSpcReduction="20000"/>
          </a:bodyPr>
          <a:lstStyle/>
          <a:p>
            <a:pPr algn="ctr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UI / Controller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49900FB-7B81-4051-B305-7F20504388A9}"/>
              </a:ext>
            </a:extLst>
          </p:cNvPr>
          <p:cNvSpPr>
            <a:spLocks noGrp="1"/>
          </p:cNvSpPr>
          <p:nvPr/>
        </p:nvSpPr>
        <p:spPr>
          <a:xfrm>
            <a:off x="4743450" y="3048000"/>
            <a:ext cx="2705100" cy="1428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5C2FCE-9C04-4D84-A949-2256A3913369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224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Protocol.java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BC703F-B8F9-4B83-A427-CF66A186ACE4}"/>
              </a:ext>
            </a:extLst>
          </p:cNvPr>
          <p:cNvSpPr>
            <a:spLocks noGrp="1"/>
          </p:cNvSpPr>
          <p:nvPr/>
        </p:nvSpPr>
        <p:spPr>
          <a:xfrm>
            <a:off x="4972050" y="37719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278" lnSpcReduction="20000"/>
          </a:bodyPr>
          <a:lstStyle/>
          <a:p>
            <a:pPr algn="ctr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ROOM / DRAW / GAME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9D12B83-C184-4C2D-AB52-BA9B997D956B}"/>
              </a:ext>
            </a:extLst>
          </p:cNvPr>
          <p:cNvSpPr>
            <a:spLocks noGrp="1"/>
          </p:cNvSpPr>
          <p:nvPr/>
        </p:nvSpPr>
        <p:spPr>
          <a:xfrm>
            <a:off x="8934450" y="3238500"/>
            <a:ext cx="2476500" cy="1047750"/>
          </a:xfrm>
          <a:prstGeom prst="rect">
            <a:avLst/>
          </a:prstGeom>
          <a:solidFill>
            <a:srgbClr val="FFF4E6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63D1811-C70A-4479-940E-9E1D3CB3F3DB}"/>
              </a:ext>
            </a:extLst>
          </p:cNvPr>
          <p:cNvSpPr>
            <a:spLocks noGrp="1"/>
          </p:cNvSpPr>
          <p:nvPr/>
        </p:nvSpPr>
        <p:spPr>
          <a:xfrm>
            <a:off x="9124950" y="34766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3241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Server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8AD1AB1-8E27-4DF4-91D4-51EE052B342B}"/>
              </a:ext>
            </a:extLst>
          </p:cNvPr>
          <p:cNvSpPr>
            <a:spLocks noGrp="1"/>
          </p:cNvSpPr>
          <p:nvPr/>
        </p:nvSpPr>
        <p:spPr>
          <a:xfrm>
            <a:off x="9124950" y="3829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6150" lnSpcReduction="20000"/>
          </a:bodyPr>
          <a:lstStyle/>
          <a:p>
            <a:pPr algn="ctr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Manager / Handler</a:t>
            </a:r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8D94243F-8687-4EC1-8F94-D272DD33141C}"/>
              </a:ext>
            </a:extLst>
          </p:cNvPr>
          <p:cNvSpPr>
            <a:spLocks noGrp="1"/>
          </p:cNvSpPr>
          <p:nvPr/>
        </p:nvSpPr>
        <p:spPr>
          <a:xfrm>
            <a:off x="3257550" y="3762375"/>
            <a:ext cx="14859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DD56C076-7E0E-4B05-BFD3-B2D7A75AFEB7}"/>
              </a:ext>
            </a:extLst>
          </p:cNvPr>
          <p:cNvSpPr>
            <a:spLocks noGrp="1"/>
          </p:cNvSpPr>
          <p:nvPr/>
        </p:nvSpPr>
        <p:spPr>
          <a:xfrm>
            <a:off x="7448550" y="3762375"/>
            <a:ext cx="14859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D371BB-E69A-4F2D-8691-598243AD4DCF}"/>
              </a:ext>
            </a:extLst>
          </p:cNvPr>
          <p:cNvSpPr>
            <a:spLocks noGrp="1"/>
          </p:cNvSpPr>
          <p:nvPr/>
        </p:nvSpPr>
        <p:spPr>
          <a:xfrm>
            <a:off x="3848100" y="34671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10000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送信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1C36DD6-7C0F-4FC6-876F-3CE7B7696A3E}"/>
              </a:ext>
            </a:extLst>
          </p:cNvPr>
          <p:cNvSpPr>
            <a:spLocks noGrp="1"/>
          </p:cNvSpPr>
          <p:nvPr/>
        </p:nvSpPr>
        <p:spPr>
          <a:xfrm>
            <a:off x="7886700" y="34671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10000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振り分け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6F852E6-F29F-4DEF-A19B-A6369F5DC5CE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2571750" cy="10668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FE1402D-1360-483A-888E-89F686D9ED36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2571750" cy="762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770A223-4509-4CA1-B0D5-E541B56ADA1B}"/>
              </a:ext>
            </a:extLst>
          </p:cNvPr>
          <p:cNvSpPr>
            <a:spLocks noGrp="1"/>
          </p:cNvSpPr>
          <p:nvPr/>
        </p:nvSpPr>
        <p:spPr>
          <a:xfrm>
            <a:off x="590550" y="52387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A: ルーム管理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3EBC2BB-B8DD-4711-B977-2FAC93967AE5}"/>
              </a:ext>
            </a:extLst>
          </p:cNvPr>
          <p:cNvSpPr>
            <a:spLocks noGrp="1"/>
          </p:cNvSpPr>
          <p:nvPr/>
        </p:nvSpPr>
        <p:spPr>
          <a:xfrm>
            <a:off x="590550" y="56388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8562" lnSpcReduction="20000"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部屋作成・参加・待機メンバー表示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3463FBB-C520-4457-A9A3-57798781AF57}"/>
              </a:ext>
            </a:extLst>
          </p:cNvPr>
          <p:cNvSpPr>
            <a:spLocks noGrp="1"/>
          </p:cNvSpPr>
          <p:nvPr/>
        </p:nvSpPr>
        <p:spPr>
          <a:xfrm>
            <a:off x="3371850" y="5029200"/>
            <a:ext cx="2571750" cy="10668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B7EBFC9-7678-4D8A-850A-8920925BF039}"/>
              </a:ext>
            </a:extLst>
          </p:cNvPr>
          <p:cNvSpPr>
            <a:spLocks noGrp="1"/>
          </p:cNvSpPr>
          <p:nvPr/>
        </p:nvSpPr>
        <p:spPr>
          <a:xfrm>
            <a:off x="3371850" y="5029200"/>
            <a:ext cx="2571750" cy="76200"/>
          </a:xfrm>
          <a:prstGeom prst="rect">
            <a:avLst/>
          </a:prstGeom>
          <a:solidFill>
            <a:srgbClr val="2F9E4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31DCCCA-DABE-4C99-904A-90AB458330C1}"/>
              </a:ext>
            </a:extLst>
          </p:cNvPr>
          <p:cNvSpPr>
            <a:spLocks noGrp="1"/>
          </p:cNvSpPr>
          <p:nvPr/>
        </p:nvSpPr>
        <p:spPr>
          <a:xfrm>
            <a:off x="3562350" y="52387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B: お絵描き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BF35850-0E5F-41AA-B525-0101748FD6E9}"/>
              </a:ext>
            </a:extLst>
          </p:cNvPr>
          <p:cNvSpPr>
            <a:spLocks noGrp="1"/>
          </p:cNvSpPr>
          <p:nvPr/>
        </p:nvSpPr>
        <p:spPr>
          <a:xfrm>
            <a:off x="3562350" y="56388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座標取得・描画同期</a:t>
            </a:r>
            <a:endParaRPr sz="15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8F1A8C7-BC47-4305-AF06-28A12A979C10}"/>
              </a:ext>
            </a:extLst>
          </p:cNvPr>
          <p:cNvSpPr>
            <a:spLocks noGrp="1"/>
          </p:cNvSpPr>
          <p:nvPr/>
        </p:nvSpPr>
        <p:spPr>
          <a:xfrm>
            <a:off x="6343650" y="5029200"/>
            <a:ext cx="2571750" cy="10668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F7BAE22-1105-4128-9BFE-E38B344BCFE6}"/>
              </a:ext>
            </a:extLst>
          </p:cNvPr>
          <p:cNvSpPr>
            <a:spLocks noGrp="1"/>
          </p:cNvSpPr>
          <p:nvPr/>
        </p:nvSpPr>
        <p:spPr>
          <a:xfrm>
            <a:off x="6343650" y="5029200"/>
            <a:ext cx="2571750" cy="76200"/>
          </a:xfrm>
          <a:prstGeom prst="rect">
            <a:avLst/>
          </a:prstGeom>
          <a:solidFill>
            <a:srgbClr val="F59F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3D2FFBB-7AA3-4E8B-A918-F58A1BDCAB92}"/>
              </a:ext>
            </a:extLst>
          </p:cNvPr>
          <p:cNvSpPr>
            <a:spLocks noGrp="1"/>
          </p:cNvSpPr>
          <p:nvPr/>
        </p:nvSpPr>
        <p:spPr>
          <a:xfrm>
            <a:off x="6534150" y="52387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C: ゲーム進行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8B110A7-0E7A-4219-93E3-9E91CAB2BD23}"/>
              </a:ext>
            </a:extLst>
          </p:cNvPr>
          <p:cNvSpPr>
            <a:spLocks noGrp="1"/>
          </p:cNvSpPr>
          <p:nvPr/>
        </p:nvSpPr>
        <p:spPr>
          <a:xfrm>
            <a:off x="6534150" y="56388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562"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チャット・判定・スコア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2569AA5-0E82-4F29-9D9B-3654638B5063}"/>
              </a:ext>
            </a:extLst>
          </p:cNvPr>
          <p:cNvSpPr>
            <a:spLocks noGrp="1"/>
          </p:cNvSpPr>
          <p:nvPr/>
        </p:nvSpPr>
        <p:spPr>
          <a:xfrm>
            <a:off x="9315450" y="5029200"/>
            <a:ext cx="2076450" cy="10668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B51E746-AB1A-40A7-A68B-C9DDD5AA96F1}"/>
              </a:ext>
            </a:extLst>
          </p:cNvPr>
          <p:cNvSpPr>
            <a:spLocks noGrp="1"/>
          </p:cNvSpPr>
          <p:nvPr/>
        </p:nvSpPr>
        <p:spPr>
          <a:xfrm>
            <a:off x="9315450" y="5029200"/>
            <a:ext cx="207645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88F3E9D-025C-456D-8E8A-3AC1EC807648}"/>
              </a:ext>
            </a:extLst>
          </p:cNvPr>
          <p:cNvSpPr>
            <a:spLocks noGrp="1"/>
          </p:cNvSpPr>
          <p:nvPr/>
        </p:nvSpPr>
        <p:spPr>
          <a:xfrm>
            <a:off x="9505950" y="5238750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D: 通信基盤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514AAAB-E89A-4CED-9217-BF183BDACD9B}"/>
              </a:ext>
            </a:extLst>
          </p:cNvPr>
          <p:cNvSpPr>
            <a:spLocks noGrp="1"/>
          </p:cNvSpPr>
          <p:nvPr/>
        </p:nvSpPr>
        <p:spPr>
          <a:xfrm>
            <a:off x="9505950" y="56388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接続維持・振り分け</a:t>
            </a:r>
            <a:endParaRPr sz="1500" b="1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9816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20A66B8-7729-4867-9579-69DA6F7A08F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A05DEE-EAE2-4AAE-B6EB-C6AE78F74CB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513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03</a:t>
            </a: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：役割分担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0D15CAD-A4A7-464B-949F-15554F870FF5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DBDB6D2-59CA-4D14-A30B-FA3BA3A04776}"/>
              </a:ext>
            </a:extLst>
          </p:cNvPr>
          <p:cNvSpPr>
            <a:spLocks noGrp="1"/>
          </p:cNvSpPr>
          <p:nvPr/>
        </p:nvSpPr>
        <p:spPr>
          <a:xfrm>
            <a:off x="1031113" y="1549758"/>
            <a:ext cx="1745619" cy="419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FF3F1A4-9FE3-4341-85F9-5AFD5FFEC390}"/>
              </a:ext>
            </a:extLst>
          </p:cNvPr>
          <p:cNvSpPr>
            <a:spLocks noGrp="1"/>
          </p:cNvSpPr>
          <p:nvPr/>
        </p:nvSpPr>
        <p:spPr>
          <a:xfrm>
            <a:off x="2136013" y="1549758"/>
            <a:ext cx="3310657" cy="419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C89729-5132-4495-AEF7-EF9F3FABA630}"/>
              </a:ext>
            </a:extLst>
          </p:cNvPr>
          <p:cNvSpPr>
            <a:spLocks noGrp="1"/>
          </p:cNvSpPr>
          <p:nvPr/>
        </p:nvSpPr>
        <p:spPr>
          <a:xfrm>
            <a:off x="4231514" y="1549758"/>
            <a:ext cx="6470830" cy="419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418B3D0-8D3D-49F1-BF05-1089030022E4}"/>
              </a:ext>
            </a:extLst>
          </p:cNvPr>
          <p:cNvSpPr>
            <a:spLocks noGrp="1"/>
          </p:cNvSpPr>
          <p:nvPr/>
        </p:nvSpPr>
        <p:spPr>
          <a:xfrm>
            <a:off x="1164463" y="1635483"/>
            <a:ext cx="132426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1912" lnSpcReduction="20000"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担当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89BA177-24AC-46A3-BCD5-D5C22FE4FC82}"/>
              </a:ext>
            </a:extLst>
          </p:cNvPr>
          <p:cNvSpPr>
            <a:spLocks noGrp="1"/>
          </p:cNvSpPr>
          <p:nvPr/>
        </p:nvSpPr>
        <p:spPr>
          <a:xfrm>
            <a:off x="2269364" y="1635483"/>
            <a:ext cx="285920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1912" lnSpcReduction="20000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6670184-EF1F-4392-8B53-422B72FA9101}"/>
              </a:ext>
            </a:extLst>
          </p:cNvPr>
          <p:cNvSpPr>
            <a:spLocks noGrp="1"/>
          </p:cNvSpPr>
          <p:nvPr/>
        </p:nvSpPr>
        <p:spPr>
          <a:xfrm>
            <a:off x="4364863" y="1635483"/>
            <a:ext cx="589898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1912" lnSpcReduction="20000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担当範囲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CCD895E-1252-4A45-B98E-CCD04771BA7B}"/>
              </a:ext>
            </a:extLst>
          </p:cNvPr>
          <p:cNvSpPr>
            <a:spLocks noGrp="1"/>
          </p:cNvSpPr>
          <p:nvPr/>
        </p:nvSpPr>
        <p:spPr>
          <a:xfrm>
            <a:off x="1031113" y="1968858"/>
            <a:ext cx="1745619" cy="781050"/>
          </a:xfrm>
          <a:prstGeom prst="rect">
            <a:avLst/>
          </a:prstGeom>
          <a:solidFill>
            <a:schemeClr val="bg1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77BF75B-30A1-409A-BE79-B2081AB20A6F}"/>
              </a:ext>
            </a:extLst>
          </p:cNvPr>
          <p:cNvSpPr>
            <a:spLocks noGrp="1"/>
          </p:cNvSpPr>
          <p:nvPr/>
        </p:nvSpPr>
        <p:spPr>
          <a:xfrm>
            <a:off x="2136013" y="1968858"/>
            <a:ext cx="3310657" cy="781050"/>
          </a:xfrm>
          <a:prstGeom prst="rect">
            <a:avLst/>
          </a:prstGeom>
          <a:solidFill>
            <a:schemeClr val="bg1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CEBE0F-51C0-45F1-9314-5DD40940F5C9}"/>
              </a:ext>
            </a:extLst>
          </p:cNvPr>
          <p:cNvSpPr>
            <a:spLocks noGrp="1"/>
          </p:cNvSpPr>
          <p:nvPr/>
        </p:nvSpPr>
        <p:spPr>
          <a:xfrm>
            <a:off x="4231514" y="1968858"/>
            <a:ext cx="6470830" cy="781050"/>
          </a:xfrm>
          <a:prstGeom prst="rect">
            <a:avLst/>
          </a:prstGeom>
          <a:solidFill>
            <a:schemeClr val="bg1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FE53267-8EBB-4F85-8FE9-12E2340C4668}"/>
              </a:ext>
            </a:extLst>
          </p:cNvPr>
          <p:cNvSpPr>
            <a:spLocks noGrp="1"/>
          </p:cNvSpPr>
          <p:nvPr/>
        </p:nvSpPr>
        <p:spPr>
          <a:xfrm>
            <a:off x="2269364" y="2083158"/>
            <a:ext cx="285920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3766"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ルーム管理</a:t>
            </a:r>
            <a:endParaRPr sz="157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56439A5-C5AC-48E6-B538-F41435D4E4B7}"/>
              </a:ext>
            </a:extLst>
          </p:cNvPr>
          <p:cNvSpPr>
            <a:spLocks noGrp="1"/>
          </p:cNvSpPr>
          <p:nvPr/>
        </p:nvSpPr>
        <p:spPr>
          <a:xfrm>
            <a:off x="4364863" y="2083158"/>
            <a:ext cx="589898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080"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部屋作成、参加、部屋一覧、待機メンバー表示、ゲーム開始ボタン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700AF8A-4309-4D40-A7A2-A96D29206EBE}"/>
              </a:ext>
            </a:extLst>
          </p:cNvPr>
          <p:cNvSpPr>
            <a:spLocks noGrp="1"/>
          </p:cNvSpPr>
          <p:nvPr/>
        </p:nvSpPr>
        <p:spPr>
          <a:xfrm>
            <a:off x="1031113" y="2749908"/>
            <a:ext cx="174561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DDD901C-1D77-465D-99B3-CA1C64945A3B}"/>
              </a:ext>
            </a:extLst>
          </p:cNvPr>
          <p:cNvSpPr>
            <a:spLocks noGrp="1"/>
          </p:cNvSpPr>
          <p:nvPr/>
        </p:nvSpPr>
        <p:spPr>
          <a:xfrm>
            <a:off x="2136013" y="2749908"/>
            <a:ext cx="3310657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1574B3D-D7A9-4135-BEE1-4D297F9C73C4}"/>
              </a:ext>
            </a:extLst>
          </p:cNvPr>
          <p:cNvSpPr>
            <a:spLocks noGrp="1"/>
          </p:cNvSpPr>
          <p:nvPr/>
        </p:nvSpPr>
        <p:spPr>
          <a:xfrm>
            <a:off x="4231514" y="2749908"/>
            <a:ext cx="647083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85C49DA-99E5-48EF-872D-A1756936B3CE}"/>
              </a:ext>
            </a:extLst>
          </p:cNvPr>
          <p:cNvSpPr>
            <a:spLocks noGrp="1"/>
          </p:cNvSpPr>
          <p:nvPr/>
        </p:nvSpPr>
        <p:spPr>
          <a:xfrm>
            <a:off x="1164463" y="2911833"/>
            <a:ext cx="132426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D379D8F-0A7E-49C7-A601-0478B0DE6ECD}"/>
              </a:ext>
            </a:extLst>
          </p:cNvPr>
          <p:cNvSpPr>
            <a:spLocks noGrp="1"/>
          </p:cNvSpPr>
          <p:nvPr/>
        </p:nvSpPr>
        <p:spPr>
          <a:xfrm>
            <a:off x="2269364" y="2864208"/>
            <a:ext cx="285920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お絵描き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8629EC0-0EEC-4E11-991A-E2190A9A124B}"/>
              </a:ext>
            </a:extLst>
          </p:cNvPr>
          <p:cNvSpPr>
            <a:spLocks noGrp="1"/>
          </p:cNvSpPr>
          <p:nvPr/>
        </p:nvSpPr>
        <p:spPr>
          <a:xfrm>
            <a:off x="4364863" y="2864208"/>
            <a:ext cx="589898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712"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マウス座標の取得、描画、リアルタイム同期</a:t>
            </a:r>
            <a:endParaRPr sz="1500" b="1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6B48418-D658-430F-B61D-BB07E76009C3}"/>
              </a:ext>
            </a:extLst>
          </p:cNvPr>
          <p:cNvSpPr>
            <a:spLocks noGrp="1"/>
          </p:cNvSpPr>
          <p:nvPr/>
        </p:nvSpPr>
        <p:spPr>
          <a:xfrm>
            <a:off x="1031113" y="3530958"/>
            <a:ext cx="174561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942F65D-5267-4083-A345-D71B095E5B67}"/>
              </a:ext>
            </a:extLst>
          </p:cNvPr>
          <p:cNvSpPr>
            <a:spLocks noGrp="1"/>
          </p:cNvSpPr>
          <p:nvPr/>
        </p:nvSpPr>
        <p:spPr>
          <a:xfrm>
            <a:off x="2136013" y="3530958"/>
            <a:ext cx="3310657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539AC80-E672-4F8C-87ED-17BCD1156228}"/>
              </a:ext>
            </a:extLst>
          </p:cNvPr>
          <p:cNvSpPr>
            <a:spLocks noGrp="1"/>
          </p:cNvSpPr>
          <p:nvPr/>
        </p:nvSpPr>
        <p:spPr>
          <a:xfrm>
            <a:off x="4231514" y="3530958"/>
            <a:ext cx="647083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C8B2B3D-E73D-43A7-BA13-C4D9A3258B9E}"/>
              </a:ext>
            </a:extLst>
          </p:cNvPr>
          <p:cNvSpPr>
            <a:spLocks noGrp="1"/>
          </p:cNvSpPr>
          <p:nvPr/>
        </p:nvSpPr>
        <p:spPr>
          <a:xfrm>
            <a:off x="1164463" y="3692883"/>
            <a:ext cx="132426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B889569-C5FA-42A9-98DD-92394AB9D8E5}"/>
              </a:ext>
            </a:extLst>
          </p:cNvPr>
          <p:cNvSpPr>
            <a:spLocks noGrp="1"/>
          </p:cNvSpPr>
          <p:nvPr/>
        </p:nvSpPr>
        <p:spPr>
          <a:xfrm>
            <a:off x="2269364" y="3645258"/>
            <a:ext cx="285920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3766" lnSpcReduction="10000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ゲーム進行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チャット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DD300E6-CB59-4C23-AC6C-1D9CBE5DC8E2}"/>
              </a:ext>
            </a:extLst>
          </p:cNvPr>
          <p:cNvSpPr>
            <a:spLocks noGrp="1"/>
          </p:cNvSpPr>
          <p:nvPr/>
        </p:nvSpPr>
        <p:spPr>
          <a:xfrm>
            <a:off x="4364863" y="3645258"/>
            <a:ext cx="589898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027"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お題管理、正誤判定、スコア計算、チャット</a:t>
            </a:r>
            <a:endParaRPr sz="1500" b="1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6910BA7-182A-4635-9AEF-900999018684}"/>
              </a:ext>
            </a:extLst>
          </p:cNvPr>
          <p:cNvSpPr>
            <a:spLocks noGrp="1"/>
          </p:cNvSpPr>
          <p:nvPr/>
        </p:nvSpPr>
        <p:spPr>
          <a:xfrm>
            <a:off x="1031113" y="4312008"/>
            <a:ext cx="174561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934A619-3A1E-4B00-B38D-00EA21998321}"/>
              </a:ext>
            </a:extLst>
          </p:cNvPr>
          <p:cNvSpPr>
            <a:spLocks noGrp="1"/>
          </p:cNvSpPr>
          <p:nvPr/>
        </p:nvSpPr>
        <p:spPr>
          <a:xfrm>
            <a:off x="2136013" y="4312008"/>
            <a:ext cx="3310657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1B376BE-962C-4D16-879A-22775372E614}"/>
              </a:ext>
            </a:extLst>
          </p:cNvPr>
          <p:cNvSpPr>
            <a:spLocks noGrp="1"/>
          </p:cNvSpPr>
          <p:nvPr/>
        </p:nvSpPr>
        <p:spPr>
          <a:xfrm>
            <a:off x="4231514" y="4312008"/>
            <a:ext cx="647083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252A69B-9B17-4FAF-BCC7-D281FA7D7815}"/>
              </a:ext>
            </a:extLst>
          </p:cNvPr>
          <p:cNvSpPr>
            <a:spLocks noGrp="1"/>
          </p:cNvSpPr>
          <p:nvPr/>
        </p:nvSpPr>
        <p:spPr>
          <a:xfrm>
            <a:off x="1164463" y="4473933"/>
            <a:ext cx="132426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866EDEB-8D9B-4C70-B009-92EAE1CCF7C6}"/>
              </a:ext>
            </a:extLst>
          </p:cNvPr>
          <p:cNvSpPr>
            <a:spLocks noGrp="1"/>
          </p:cNvSpPr>
          <p:nvPr/>
        </p:nvSpPr>
        <p:spPr>
          <a:xfrm>
            <a:off x="2269364" y="4426308"/>
            <a:ext cx="285920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通信基盤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91126B0-ECAE-4C3D-B465-84EB477E8998}"/>
              </a:ext>
            </a:extLst>
          </p:cNvPr>
          <p:cNvSpPr>
            <a:spLocks noGrp="1"/>
          </p:cNvSpPr>
          <p:nvPr/>
        </p:nvSpPr>
        <p:spPr>
          <a:xfrm>
            <a:off x="4364863" y="4426308"/>
            <a:ext cx="589898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080"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サーバ</a:t>
            </a:r>
            <a:r>
              <a:rPr sz="15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ー・</a:t>
            </a: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クライアント間の接続維持、受信データの振り分け</a:t>
            </a:r>
            <a:endParaRPr sz="15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0F5DE2A-F2BA-B1E8-A7F9-57EE15B01937}"/>
              </a:ext>
            </a:extLst>
          </p:cNvPr>
          <p:cNvSpPr>
            <a:spLocks noGrp="1"/>
          </p:cNvSpPr>
          <p:nvPr/>
        </p:nvSpPr>
        <p:spPr>
          <a:xfrm>
            <a:off x="1164462" y="2149833"/>
            <a:ext cx="132426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</a:t>
            </a:r>
            <a:endParaRPr sz="19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6200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3C30164-4552-4482-AD4F-71DCD396959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DFE230-F845-40B8-A288-05A537B2E40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2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Aは実装済み、B</a:t>
            </a: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/C/</a:t>
            </a:r>
            <a:r>
              <a:rPr sz="315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Dは担当者が最新状況を追記する</a:t>
            </a:r>
            <a:endParaRPr sz="3150" b="1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9DC5BF-5747-4A9D-8FD5-C4CD65696BE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06DBEC1-31D4-4038-BAF1-9970648DE04A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5295900" cy="1714500"/>
          </a:xfrm>
          <a:prstGeom prst="rect">
            <a:avLst/>
          </a:prstGeom>
          <a:solidFill>
            <a:srgbClr val="EAF3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9F21362-8FA0-4261-B457-F27FB11D0732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5295900" cy="762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A3CAB62-D406-419D-9AD6-BDA8ADB004BC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2F80E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F80ED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C84FE1-731D-4368-B9A8-BA7B676C3DF8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416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ルーム管理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E5EAE99-7CDA-4DAF-98A3-3ED34D91BF36}"/>
              </a:ext>
            </a:extLst>
          </p:cNvPr>
          <p:cNvSpPr>
            <a:spLocks noGrp="1"/>
          </p:cNvSpPr>
          <p:nvPr/>
        </p:nvSpPr>
        <p:spPr>
          <a:xfrm>
            <a:off x="628650" y="241935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539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実装済み。部屋作成、参加、部屋一覧、待機メンバー表示、ゲーム開始ボタン、A用受信コマンドの振り分けまで対応。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DF42885-7582-4499-B685-856CBD9A88E5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5295900" cy="17145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A53304-8E70-4CBE-9560-69C81200E282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5295900" cy="76200"/>
          </a:xfrm>
          <a:prstGeom prst="rect">
            <a:avLst/>
          </a:prstGeom>
          <a:solidFill>
            <a:srgbClr val="2F9E4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DF8E561-F1A2-455A-9936-AC425D2954BD}"/>
              </a:ext>
            </a:extLst>
          </p:cNvPr>
          <p:cNvSpPr>
            <a:spLocks noGrp="1"/>
          </p:cNvSpPr>
          <p:nvPr/>
        </p:nvSpPr>
        <p:spPr>
          <a:xfrm>
            <a:off x="6267450" y="18478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2F9E4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F9E44"/>
                </a:solidFill>
                <a:latin typeface="Hiragino Sans"/>
                <a:ea typeface="Hiragino Sans"/>
                <a:cs typeface="Hiragino Sans"/>
              </a:rPr>
              <a:t>B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7F438F4-75BE-4C8F-BD30-30E428BA6285}"/>
              </a:ext>
            </a:extLst>
          </p:cNvPr>
          <p:cNvSpPr>
            <a:spLocks noGrp="1"/>
          </p:cNvSpPr>
          <p:nvPr/>
        </p:nvSpPr>
        <p:spPr>
          <a:xfrm>
            <a:off x="6838950" y="18478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416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お絵描き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0AB7B69-EA18-4E52-B1F9-D56F4E3F3994}"/>
              </a:ext>
            </a:extLst>
          </p:cNvPr>
          <p:cNvSpPr>
            <a:spLocks noGrp="1"/>
          </p:cNvSpPr>
          <p:nvPr/>
        </p:nvSpPr>
        <p:spPr>
          <a:xfrm>
            <a:off x="6324600" y="241935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進捗: ________________________________</a:t>
            </a:r>
          </a:p>
          <a:p>
            <a:endParaRPr sz="1425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確認したこと: ________________________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D8D4E28-CC9D-467B-8633-6CC6AEFA42E1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5295900" cy="17145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91A33AE-38E2-4F41-B4E6-19BD2CFFCA39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5295900" cy="76200"/>
          </a:xfrm>
          <a:prstGeom prst="rect">
            <a:avLst/>
          </a:prstGeom>
          <a:solidFill>
            <a:srgbClr val="F59F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0E61C2E-4779-4B45-8E59-8431ED2110C2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7CE4E8E-BEC8-4F70-8810-72148E133BEE}"/>
              </a:ext>
            </a:extLst>
          </p:cNvPr>
          <p:cNvSpPr>
            <a:spLocks noGrp="1"/>
          </p:cNvSpPr>
          <p:nvPr/>
        </p:nvSpPr>
        <p:spPr>
          <a:xfrm>
            <a:off x="1143000" y="40386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416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ゲーム進行・チャット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6DDF84-604C-46F6-9906-A6623421210C}"/>
              </a:ext>
            </a:extLst>
          </p:cNvPr>
          <p:cNvSpPr>
            <a:spLocks noGrp="1"/>
          </p:cNvSpPr>
          <p:nvPr/>
        </p:nvSpPr>
        <p:spPr>
          <a:xfrm>
            <a:off x="628650" y="461010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進捗: ________________________________</a:t>
            </a:r>
          </a:p>
          <a:p>
            <a:endParaRPr sz="1425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確認したこと: ________________________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7E9A442-E1E0-4C0D-A88A-9BE97EBF482D}"/>
              </a:ext>
            </a:extLst>
          </p:cNvPr>
          <p:cNvSpPr>
            <a:spLocks noGrp="1"/>
          </p:cNvSpPr>
          <p:nvPr/>
        </p:nvSpPr>
        <p:spPr>
          <a:xfrm>
            <a:off x="6096000" y="3771900"/>
            <a:ext cx="5295900" cy="17145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05C4FBD-56A7-4975-BEF5-BE2AEE42FD7A}"/>
              </a:ext>
            </a:extLst>
          </p:cNvPr>
          <p:cNvSpPr>
            <a:spLocks noGrp="1"/>
          </p:cNvSpPr>
          <p:nvPr/>
        </p:nvSpPr>
        <p:spPr>
          <a:xfrm>
            <a:off x="6096000" y="3771900"/>
            <a:ext cx="52959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84920F3-6A1F-49B9-9258-F51F176EA9AC}"/>
              </a:ext>
            </a:extLst>
          </p:cNvPr>
          <p:cNvSpPr>
            <a:spLocks noGrp="1"/>
          </p:cNvSpPr>
          <p:nvPr/>
        </p:nvSpPr>
        <p:spPr>
          <a:xfrm>
            <a:off x="6267450" y="40386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221F5CE-E809-491B-B8C4-C4CFD904F6FF}"/>
              </a:ext>
            </a:extLst>
          </p:cNvPr>
          <p:cNvSpPr>
            <a:spLocks noGrp="1"/>
          </p:cNvSpPr>
          <p:nvPr/>
        </p:nvSpPr>
        <p:spPr>
          <a:xfrm>
            <a:off x="6838950" y="40386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416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通信基盤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FBF373C-AD38-4E0C-BFFE-945EA4243034}"/>
              </a:ext>
            </a:extLst>
          </p:cNvPr>
          <p:cNvSpPr>
            <a:spLocks noGrp="1"/>
          </p:cNvSpPr>
          <p:nvPr/>
        </p:nvSpPr>
        <p:spPr>
          <a:xfrm>
            <a:off x="6324600" y="461010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進捗: ________________________________</a:t>
            </a:r>
          </a:p>
          <a:p>
            <a:endParaRPr sz="1425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確認したこと: ________________________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68FD49D-422B-41E3-90EE-505FC70F47D5}"/>
              </a:ext>
            </a:extLst>
          </p:cNvPr>
          <p:cNvSpPr>
            <a:spLocks noGrp="1"/>
          </p:cNvSpPr>
          <p:nvPr/>
        </p:nvSpPr>
        <p:spPr>
          <a:xfrm>
            <a:off x="457200" y="57912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905" lnSpcReduction="10000"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このスライドを発表前に各担当者で埋めると、グループ全体の進捗が1枚で説明できる。</a:t>
            </a:r>
          </a:p>
        </p:txBody>
      </p:sp>
    </p:spTree>
    <p:extLst>
      <p:ext uri="{BB962C8B-B14F-4D97-AF65-F5344CB8AC3E}">
        <p14:creationId xmlns:p14="http://schemas.microsoft.com/office/powerpoint/2010/main" val="20547542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C49983A-4FD4-4E5D-9DD6-84CBA0830EE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AE9E02-4433-47FE-BFA4-7E79BA55F55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04：Aの進捗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2CA325A-DEDA-47BF-A246-C0361097123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A33920-5167-42A9-AE58-3ECF9785391E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2288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実装した内容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B185D93-AE68-40F8-8F3D-B63D62B791FB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B6B5B31-1D25-4C3A-8A2A-46CFEA323002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5193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Protocol.java: ルーム一覧、参加通知、メンバー通知、エラー通知を追加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2243F8-FB57-4F7A-8559-964A580972CD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7ECC0D2-2A5F-460A-8B48-1D621C85142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RoomManager.java: 部屋作成、参加、一覧取得、切断時削除、メンバー通知を実装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2565B7-51F8-424B-80F1-7A8D89503400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55D983-3C25-43C5-8D93-99EE124C4279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5830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RoomController.java: UI操作からサーバー送信、受信通知の反映を実装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79664F7-C6A8-4AE0-930B-E4771A7AC88F}"/>
              </a:ext>
            </a:extLst>
          </p:cNvPr>
          <p:cNvSpPr>
            <a:spLocks noGrp="1"/>
          </p:cNvSpPr>
          <p:nvPr/>
        </p:nvSpPr>
        <p:spPr>
          <a:xfrm>
            <a:off x="457200" y="37528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875264B-BB3D-46C2-8704-F3EFCAE303A0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RoomPanel.java: 部屋作成、部屋一覧、参加、待機メンバー表示、開始ボタンのUIを追加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8AD4593-B926-4DE8-AC5D-0ACD8009EAF9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E76FC40-3AAD-4D8A-A987-D8D4C39B91F7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1489" lnSpcReduction="1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RoomLauncher.java: A単体確認用の起動クラスを追加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882ECD-DA23-4D72-8674-E04A0487E612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560814B-498D-4566-8CE8-C9318BF842CB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GameClient / ClientHandler: A用受信コマンドの振り分けと切断時cleanupを追加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BD773B8-7778-4F5F-8DC6-3C04A9EEFC52}"/>
              </a:ext>
            </a:extLst>
          </p:cNvPr>
          <p:cNvSpPr>
            <a:spLocks noGrp="1"/>
          </p:cNvSpPr>
          <p:nvPr/>
        </p:nvSpPr>
        <p:spPr>
          <a:xfrm>
            <a:off x="8305800" y="1562100"/>
            <a:ext cx="3086100" cy="3790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A516036-9433-44BA-8B88-9C89D34362C5}"/>
              </a:ext>
            </a:extLst>
          </p:cNvPr>
          <p:cNvSpPr>
            <a:spLocks noGrp="1"/>
          </p:cNvSpPr>
          <p:nvPr/>
        </p:nvSpPr>
        <p:spPr>
          <a:xfrm>
            <a:off x="8591550" y="18669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全体との接続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48820A6-1D86-42E7-AFCB-8ABA402438B9}"/>
              </a:ext>
            </a:extLst>
          </p:cNvPr>
          <p:cNvSpPr>
            <a:spLocks noGrp="1"/>
          </p:cNvSpPr>
          <p:nvPr/>
        </p:nvSpPr>
        <p:spPr>
          <a:xfrm>
            <a:off x="8591550" y="2438400"/>
            <a:ext cx="228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6964" lnSpcReduction="10000"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部屋が確定したら DrawController.setRoomId(room) を呼び、Bのお絵描き同期が同じ部屋内で動くようにする。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07BEBDB-16A0-49FF-A81D-57467B814A09}"/>
              </a:ext>
            </a:extLst>
          </p:cNvPr>
          <p:cNvSpPr>
            <a:spLocks noGrp="1"/>
          </p:cNvSpPr>
          <p:nvPr/>
        </p:nvSpPr>
        <p:spPr>
          <a:xfrm>
            <a:off x="8591550" y="41148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次の確認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0D7CFDC-FF88-41A8-9D6C-4758ED02C6CF}"/>
              </a:ext>
            </a:extLst>
          </p:cNvPr>
          <p:cNvSpPr>
            <a:spLocks noGrp="1"/>
          </p:cNvSpPr>
          <p:nvPr/>
        </p:nvSpPr>
        <p:spPr>
          <a:xfrm>
            <a:off x="8591550" y="447675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8863" lnSpcReduction="10000"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B/C/Dの実装状況を反映し、ローカル環境で複数クライアントの結合確認を行う。</a:t>
            </a:r>
          </a:p>
        </p:txBody>
      </p:sp>
    </p:spTree>
    <p:extLst>
      <p:ext uri="{BB962C8B-B14F-4D97-AF65-F5344CB8AC3E}">
        <p14:creationId xmlns:p14="http://schemas.microsoft.com/office/powerpoint/2010/main" val="506963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"/>
          <p:cNvSpPr>
            <a:spLocks noGrp="1"/>
          </p:cNvSpPr>
          <p:nvPr/>
        </p:nvSpPr>
        <p:spPr>
          <a:xfrm>
            <a:off x="400050" y="216807"/>
            <a:ext cx="6000000" cy="2667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情報理工学実験B 2026 / 中間発表</a:t>
            </a:r>
          </a:p>
        </p:txBody>
      </p:sp>
      <p:sp>
        <p:nvSpPr>
          <p:cNvPr id="102" name="tb"/>
          <p:cNvSpPr>
            <a:spLocks noGrp="1"/>
          </p:cNvSpPr>
          <p:nvPr/>
        </p:nvSpPr>
        <p:spPr>
          <a:xfrm>
            <a:off x="400050" y="631372"/>
            <a:ext cx="11000000" cy="72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05：Bの進捗　お絵描きのリアルタイム同期</a:t>
            </a:r>
          </a:p>
        </p:txBody>
      </p:sp>
      <p:sp>
        <p:nvSpPr>
          <p:cNvPr id="103" name="tb"/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ja-JP" altLang="en-US"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104" name="sh"/>
          <p:cNvSpPr/>
          <p:nvPr/>
        </p:nvSpPr>
        <p:spPr>
          <a:xfrm>
            <a:off x="400050" y="1560000"/>
            <a:ext cx="3320000" cy="3060000"/>
          </a:xfrm>
          <a:prstGeom prst="roundRect">
            <a:avLst>
              <a:gd name="adj" fmla="val 6000"/>
            </a:avLst>
          </a:prstGeom>
          <a:solidFill>
            <a:srgbClr val="EFF5FF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5" name="sh"/>
          <p:cNvSpPr/>
          <p:nvPr/>
        </p:nvSpPr>
        <p:spPr>
          <a:xfrm>
            <a:off x="4460050" y="1560000"/>
            <a:ext cx="2700000" cy="306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6" name="sh"/>
          <p:cNvSpPr/>
          <p:nvPr/>
        </p:nvSpPr>
        <p:spPr>
          <a:xfrm>
            <a:off x="7860050" y="1560000"/>
            <a:ext cx="3340000" cy="3060000"/>
          </a:xfrm>
          <a:prstGeom prst="roundRect">
            <a:avLst>
              <a:gd name="adj" fmla="val 6000"/>
            </a:avLst>
          </a:prstGeom>
          <a:solidFill>
            <a:srgbClr val="EDF7F0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7" name="sh"/>
          <p:cNvSpPr/>
          <p:nvPr/>
        </p:nvSpPr>
        <p:spPr>
          <a:xfrm>
            <a:off x="620050" y="1740000"/>
            <a:ext cx="120000" cy="120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8" name="tb"/>
          <p:cNvSpPr>
            <a:spLocks noGrp="1"/>
          </p:cNvSpPr>
          <p:nvPr/>
        </p:nvSpPr>
        <p:spPr>
          <a:xfrm>
            <a:off x="800050" y="1670000"/>
            <a:ext cx="2870000" cy="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自分のPC（描く人）</a:t>
            </a:r>
          </a:p>
        </p:txBody>
      </p:sp>
      <p:sp>
        <p:nvSpPr>
          <p:cNvPr id="109" name="tb"/>
          <p:cNvSpPr>
            <a:spLocks noGrp="1"/>
          </p:cNvSpPr>
          <p:nvPr/>
        </p:nvSpPr>
        <p:spPr>
          <a:xfrm>
            <a:off x="540050" y="2140000"/>
            <a:ext cx="3040000" cy="2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マウスでドラッグして絵を描く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DrawPanel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マウス座標を取得</a:t>
            </a:r>
            <a:endParaRPr lang="ja-JP" sz="160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DrawController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文字列に変換して送信</a:t>
            </a:r>
            <a:endParaRPr lang="ja-JP" sz="1600"/>
          </a:p>
        </p:txBody>
      </p:sp>
      <p:sp>
        <p:nvSpPr>
          <p:cNvPr id="110" name="sh"/>
          <p:cNvSpPr/>
          <p:nvPr/>
        </p:nvSpPr>
        <p:spPr>
          <a:xfrm>
            <a:off x="4680050" y="1740000"/>
            <a:ext cx="120000" cy="120000"/>
          </a:xfrm>
          <a:prstGeom prst="rect">
            <a:avLst/>
          </a:prstGeom>
          <a:solidFill>
            <a:srgbClr val="5F6673"/>
          </a:solidFill>
          <a:ln w="0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1" name="tb"/>
          <p:cNvSpPr>
            <a:spLocks noGrp="1"/>
          </p:cNvSpPr>
          <p:nvPr/>
        </p:nvSpPr>
        <p:spPr>
          <a:xfrm>
            <a:off x="4860050" y="1670000"/>
            <a:ext cx="2250000" cy="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サーバー</a:t>
            </a:r>
          </a:p>
        </p:txBody>
      </p:sp>
      <p:sp>
        <p:nvSpPr>
          <p:cNvPr id="112" name="tb"/>
          <p:cNvSpPr>
            <a:spLocks noGrp="1"/>
          </p:cNvSpPr>
          <p:nvPr/>
        </p:nvSpPr>
        <p:spPr>
          <a:xfrm>
            <a:off x="4527477" y="2140000"/>
            <a:ext cx="2565143" cy="2635771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ctr">
              <a:lnSpc>
                <a:spcPct val="108000"/>
              </a:lnSpc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DrawManager</a:t>
            </a:r>
            <a:endParaRPr lang="ja-JP" sz="1600" b="1"/>
          </a:p>
          <a:p>
            <a:pPr algn="ctr">
              <a:lnSpc>
                <a:spcPct val="108000"/>
              </a:lnSpc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受け取る</a:t>
            </a:r>
            <a:endParaRPr lang="ja-JP" sz="160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同じ部屋の他メンバーへ転送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本人・別の部屋には</a:t>
            </a:r>
            <a:endParaRPr lang="ja-JP" altLang="en-US" sz="160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送らない</a:t>
            </a:r>
            <a:endParaRPr lang="ja-JP"/>
          </a:p>
        </p:txBody>
      </p:sp>
      <p:sp>
        <p:nvSpPr>
          <p:cNvPr id="113" name="sh"/>
          <p:cNvSpPr/>
          <p:nvPr/>
        </p:nvSpPr>
        <p:spPr>
          <a:xfrm>
            <a:off x="8080050" y="1740000"/>
            <a:ext cx="120000" cy="120000"/>
          </a:xfrm>
          <a:prstGeom prst="rect">
            <a:avLst/>
          </a:prstGeom>
          <a:solidFill>
            <a:srgbClr val="2F9E5B"/>
          </a:solidFill>
          <a:ln w="0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4" name="tb"/>
          <p:cNvSpPr>
            <a:spLocks noGrp="1"/>
          </p:cNvSpPr>
          <p:nvPr/>
        </p:nvSpPr>
        <p:spPr>
          <a:xfrm>
            <a:off x="8260050" y="1670000"/>
            <a:ext cx="2890000" cy="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他の人のPC（当てる人）</a:t>
            </a:r>
          </a:p>
        </p:txBody>
      </p:sp>
      <p:sp>
        <p:nvSpPr>
          <p:cNvPr id="115" name="tb"/>
          <p:cNvSpPr>
            <a:spLocks noGrp="1"/>
          </p:cNvSpPr>
          <p:nvPr/>
        </p:nvSpPr>
        <p:spPr>
          <a:xfrm>
            <a:off x="8000050" y="2140000"/>
            <a:ext cx="3060000" cy="2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ctr">
              <a:lnSpc>
                <a:spcPct val="108000"/>
              </a:lnSpc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DrawController</a:t>
            </a:r>
            <a:endParaRPr lang="ja-JP" sz="1600"/>
          </a:p>
          <a:p>
            <a:pPr algn="ctr">
              <a:lnSpc>
                <a:spcPct val="108000"/>
              </a:lnSpc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数値に戻す</a:t>
            </a:r>
            <a:endParaRPr lang="ja-JP" sz="160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DrawPanel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受け取った線を描画</a:t>
            </a:r>
            <a:endParaRPr lang="ja-JP" sz="160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画面に同じ絵が現れる</a:t>
            </a:r>
          </a:p>
        </p:txBody>
      </p:sp>
      <p:sp>
        <p:nvSpPr>
          <p:cNvPr id="116" name="sh"/>
          <p:cNvSpPr/>
          <p:nvPr/>
        </p:nvSpPr>
        <p:spPr>
          <a:xfrm>
            <a:off x="3760050" y="2650000"/>
            <a:ext cx="660000" cy="56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CE9FC"/>
          </a:solidFill>
          <a:ln w="9525">
            <a:solidFill>
              <a:srgbClr val="2F80ED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17" name="sh"/>
          <p:cNvSpPr/>
          <p:nvPr/>
        </p:nvSpPr>
        <p:spPr>
          <a:xfrm>
            <a:off x="7200050" y="2650000"/>
            <a:ext cx="620000" cy="56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CE9FC"/>
          </a:solidFill>
          <a:ln w="9525">
            <a:solidFill>
              <a:srgbClr val="2F9E5B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18" name="tb"/>
          <p:cNvSpPr>
            <a:spLocks noGrp="1"/>
          </p:cNvSpPr>
          <p:nvPr/>
        </p:nvSpPr>
        <p:spPr>
          <a:xfrm>
            <a:off x="3487649" y="2412229"/>
            <a:ext cx="1212056" cy="1801598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ctr"/>
            <a:r>
              <a:rPr lang="ja-JP" altLang="en-US" sz="1200" b="1">
                <a:solidFill>
                  <a:srgbClr val="2F80ED"/>
                </a:solidFill>
                <a:latin typeface="Hiragino Sans"/>
                <a:ea typeface="Hiragino Sans"/>
                <a:cs typeface="Hiragino Sans"/>
              </a:rPr>
              <a:t>DRAW_DATA</a:t>
            </a:r>
            <a:endParaRPr lang="ja-JP" sz="1200"/>
          </a:p>
          <a:p>
            <a:pPr algn="ctr"/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部屋ID</a:t>
            </a:r>
            <a:endParaRPr lang="ja-JP" altLang="en-US" sz="120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X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  <a:endParaRPr lang="ja-JP" sz="1200"/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Y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  <a:endParaRPr lang="ja-JP" sz="1200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X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  <a:endParaRPr lang="ja-JP" sz="1200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Y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  <a:endParaRPr lang="ja-JP" sz="1200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>
              <a:lnSpc>
                <a:spcPct val="100000"/>
              </a:lnSpc>
              <a:buNone/>
            </a:pP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色</a:t>
            </a:r>
            <a:endParaRPr lang="ja-JP" sz="1200"/>
          </a:p>
        </p:txBody>
      </p:sp>
      <p:sp>
        <p:nvSpPr>
          <p:cNvPr id="119" name="tb"/>
          <p:cNvSpPr>
            <a:spLocks noGrp="1"/>
          </p:cNvSpPr>
          <p:nvPr/>
        </p:nvSpPr>
        <p:spPr>
          <a:xfrm>
            <a:off x="6942164" y="2455772"/>
            <a:ext cx="1150286" cy="1271827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200" b="1">
                <a:solidFill>
                  <a:srgbClr val="2F9E5B"/>
                </a:solidFill>
                <a:latin typeface="Hiragino Sans"/>
                <a:ea typeface="Hiragino Sans"/>
                <a:cs typeface="Hiragino Sans"/>
              </a:rPr>
              <a:t>DRAW_RCV</a:t>
            </a: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X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  <a:endParaRPr lang="ja-JP" altLang="en-US" sz="120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Y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  <a:endParaRPr lang="ja-JP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X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  <a:endParaRPr lang="ja-JP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Y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  <a:endParaRPr lang="ja-JP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>
              <a:lnSpc>
                <a:spcPct val="100000"/>
              </a:lnSpc>
              <a:buNone/>
            </a:pP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色</a:t>
            </a:r>
            <a:endParaRPr lang="ja-JP"/>
          </a:p>
        </p:txBody>
      </p:sp>
      <p:sp>
        <p:nvSpPr>
          <p:cNvPr id="120" name="sh"/>
          <p:cNvSpPr/>
          <p:nvPr/>
        </p:nvSpPr>
        <p:spPr>
          <a:xfrm>
            <a:off x="429078" y="4780000"/>
            <a:ext cx="6642743" cy="1492686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21" name="tb"/>
          <p:cNvSpPr>
            <a:spLocks noGrp="1"/>
          </p:cNvSpPr>
          <p:nvPr/>
        </p:nvSpPr>
        <p:spPr>
          <a:xfrm>
            <a:off x="520050" y="4900000"/>
            <a:ext cx="6410000" cy="81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60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通信で流れる中身（例）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DRAW_DATA:testroom,150,200,152,205,BLACK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→ testroom で (150,200) から (152,205) へ黒い線を引い</a:t>
            </a:r>
            <a:r>
              <a:rPr lang="ja-JP" altLang="en-US" sz="16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てくださいという意味。</a:t>
            </a:r>
            <a:endParaRPr lang="ja-JP" altLang="en-US" sz="1600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22" name="sh"/>
          <p:cNvSpPr/>
          <p:nvPr/>
        </p:nvSpPr>
        <p:spPr>
          <a:xfrm>
            <a:off x="7185536" y="4780000"/>
            <a:ext cx="4029028" cy="148542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23" name="tb"/>
          <p:cNvSpPr>
            <a:spLocks noGrp="1"/>
          </p:cNvSpPr>
          <p:nvPr/>
        </p:nvSpPr>
        <p:spPr>
          <a:xfrm>
            <a:off x="7320050" y="4900000"/>
            <a:ext cx="3760000" cy="81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60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今後の予定</a:t>
            </a:r>
            <a:endParaRPr lang="ja-JP" altLang="en-US" sz="1600" b="1" dirty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ja-JP" altLang="en-US" sz="160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Localhostで複数クライアントを起動して、同じ部屋で描画が同期することを結合確認す</a:t>
            </a:r>
            <a:r>
              <a:rPr lang="ja-JP" altLang="en-US" sz="160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る。</a:t>
            </a:r>
            <a:endParaRPr lang="ja-JP" altLang="en-US" sz="16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3204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25D91-E395-2FDF-FCC3-5A3E7EDB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762A9A9-EF04-81A3-8F84-0474F4D5FC5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DD8CF6-3BC5-16FD-E0A4-D7561CCA5F2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06：Cの進捗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976CC6-B775-03E0-5C69-313100AB2BF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2E3F70D-9CF0-A68C-1227-4E465ADA5001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2288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実装した内容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4A2C77-6A62-AF1B-C823-FF7A39F60176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18B0520-D0BA-1DEA-A9A0-0B48AFCDFAC6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7693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af-ZA" sz="13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Protocol.java: </a:t>
            </a:r>
            <a:r>
              <a:rPr lang="af-ZA" sz="1300">
                <a:solidFill>
                  <a:srgbClr val="141414"/>
                </a:solidFill>
                <a:ea typeface="+mn-lt"/>
                <a:cs typeface="+mn-lt"/>
              </a:rPr>
              <a:t>判定結果通知、スコア更新、ラウンド終了用コマンドを追加</a:t>
            </a:r>
            <a:endParaRPr lang="ja-JP" altLang="en-US"/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af-ZA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0F06582-518E-AB68-AD6F-3FB11BD14EFC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8683FA1-5416-85CE-E283-610C493E3303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427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4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GameManager.java: </a:t>
            </a:r>
            <a:r>
              <a:rPr lang="ja-JP" sz="1400">
                <a:solidFill>
                  <a:srgbClr val="141414"/>
                </a:solidFill>
                <a:ea typeface="+mn-lt"/>
                <a:cs typeface="+mn-lt"/>
              </a:rPr>
              <a:t>ゲーム開始時に描く人とお題をランダムに決定</a:t>
            </a:r>
            <a:endParaRPr lang="ja-JP"/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ja-JP" altLang="en-US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957DB23-4D93-91BD-128D-681FD390A156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AC25088-1721-E73D-C8CD-74E6139D4DF6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330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af-ZA" sz="13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GameManager.java: </a:t>
            </a:r>
            <a:r>
              <a:rPr lang="af-ZA" sz="1300">
                <a:solidFill>
                  <a:srgbClr val="141414"/>
                </a:solidFill>
                <a:ea typeface="+mn-lt"/>
                <a:cs typeface="+mn-lt"/>
              </a:rPr>
              <a:t>描く人にのみお題を通知し、回答者には描く人名のみ通知</a:t>
            </a:r>
            <a:endParaRPr lang="ja-JP" altLang="en-US"/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af-ZA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A66CC1C-8C7A-E299-43AC-C0054160D0D7}"/>
              </a:ext>
            </a:extLst>
          </p:cNvPr>
          <p:cNvSpPr>
            <a:spLocks noGrp="1"/>
          </p:cNvSpPr>
          <p:nvPr/>
        </p:nvSpPr>
        <p:spPr>
          <a:xfrm>
            <a:off x="457200" y="37528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CA929AF-B096-8F91-F7FE-CDEC4C942C41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427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4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GameManager.java: </a:t>
            </a:r>
            <a:r>
              <a:rPr lang="ja-JP" sz="1400">
                <a:solidFill>
                  <a:srgbClr val="141414"/>
                </a:solidFill>
                <a:ea typeface="+mn-lt"/>
                <a:cs typeface="+mn-lt"/>
              </a:rPr>
              <a:t>回答送信時にお題と比較し、正解・不正解を判定</a:t>
            </a:r>
            <a:endParaRPr lang="ja-JP">
              <a:ea typeface="+mn-lt"/>
              <a:cs typeface="+mn-lt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ja-JP" altLang="en-US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F0293C-15E8-3105-9D1A-E22E4A19CCD3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347F7F0-4D36-C9B5-BD8E-1FB8EAD43009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6489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3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GameManager.java: </a:t>
            </a:r>
            <a:r>
              <a:rPr lang="ja-JP" sz="1300">
                <a:solidFill>
                  <a:srgbClr val="141414"/>
                </a:solidFill>
                <a:ea typeface="+mn-lt"/>
                <a:cs typeface="+mn-lt"/>
              </a:rPr>
              <a:t>正解時のスコア加算、二重加点防止、ラウンド終了通知を実装</a:t>
            </a:r>
            <a:endParaRPr lang="ja-JP">
              <a:ea typeface="+mn-lt"/>
              <a:cs typeface="+mn-lt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ja-JP" altLang="en-US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B6CBF3E-5832-156C-FEB4-44094E5768D1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590B04B-F7CC-F572-CD9A-ADAE373FBFF8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427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af-ZA" sz="14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RoomManager.java: </a:t>
            </a:r>
            <a:r>
              <a:rPr lang="af-ZA" sz="1400">
                <a:solidFill>
                  <a:srgbClr val="141414"/>
                </a:solidFill>
                <a:ea typeface="+mn-lt"/>
                <a:cs typeface="+mn-lt"/>
              </a:rPr>
              <a:t>同じ部屋の全員へ通知する</a:t>
            </a:r>
            <a:r>
              <a:rPr lang="af-ZA" sz="14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 broadcastToRoom </a:t>
            </a:r>
            <a:r>
              <a:rPr lang="af-ZA" sz="1400">
                <a:solidFill>
                  <a:srgbClr val="141414"/>
                </a:solidFill>
                <a:ea typeface="+mn-lt"/>
                <a:cs typeface="+mn-lt"/>
              </a:rPr>
              <a:t>を追加</a:t>
            </a:r>
            <a:endParaRPr lang="ja-JP" altLang="en-US"/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af-ZA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CDB6D2D-F7F6-928E-1CE4-5969222941B7}"/>
              </a:ext>
            </a:extLst>
          </p:cNvPr>
          <p:cNvSpPr>
            <a:spLocks noGrp="1"/>
          </p:cNvSpPr>
          <p:nvPr/>
        </p:nvSpPr>
        <p:spPr>
          <a:xfrm>
            <a:off x="8182429" y="1467757"/>
            <a:ext cx="3086100" cy="3790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3D295C-77D0-4445-B59F-E6E0A7D29E81}"/>
              </a:ext>
            </a:extLst>
          </p:cNvPr>
          <p:cNvSpPr>
            <a:spLocks noGrp="1"/>
          </p:cNvSpPr>
          <p:nvPr/>
        </p:nvSpPr>
        <p:spPr>
          <a:xfrm>
            <a:off x="8591550" y="18669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全体との接続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9916022-466D-34E9-6A7A-D4FDE5D17DE7}"/>
              </a:ext>
            </a:extLst>
          </p:cNvPr>
          <p:cNvSpPr>
            <a:spLocks noGrp="1"/>
          </p:cNvSpPr>
          <p:nvPr/>
        </p:nvSpPr>
        <p:spPr>
          <a:xfrm>
            <a:off x="8591550" y="2445657"/>
            <a:ext cx="2612571" cy="1467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4464"/>
          </a:bodyPr>
          <a:lstStyle/>
          <a:p>
            <a:pPr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1550" err="1">
                <a:ea typeface="+mn-lt"/>
                <a:cs typeface="+mn-lt"/>
              </a:rPr>
              <a:t>ClientHandler</a:t>
            </a:r>
            <a:r>
              <a:rPr lang="ja-JP" sz="1550">
                <a:ea typeface="+mn-lt"/>
                <a:cs typeface="+mn-lt"/>
              </a:rPr>
              <a:t>から</a:t>
            </a:r>
            <a:r>
              <a:rPr lang="en-US" altLang="ja-JP" sz="1550" err="1">
                <a:ea typeface="+mn-lt"/>
                <a:cs typeface="+mn-lt"/>
              </a:rPr>
              <a:t>GameManager</a:t>
            </a:r>
            <a:r>
              <a:rPr lang="ja-JP" sz="1550">
                <a:ea typeface="+mn-lt"/>
                <a:cs typeface="+mn-lt"/>
              </a:rPr>
              <a:t>へ処理を渡し、</a:t>
            </a:r>
            <a:endParaRPr lang="ja-JP">
              <a:ea typeface="+mn-lt"/>
              <a:cs typeface="+mn-lt"/>
            </a:endParaRPr>
          </a:p>
          <a:p>
            <a:pPr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1550" err="1">
                <a:ea typeface="+mn-lt"/>
                <a:cs typeface="+mn-lt"/>
              </a:rPr>
              <a:t>RoomManager</a:t>
            </a:r>
            <a:r>
              <a:rPr lang="ja-JP" sz="1550">
                <a:ea typeface="+mn-lt"/>
                <a:cs typeface="+mn-lt"/>
              </a:rPr>
              <a:t>経由で部屋全員へ結果を通知する。</a:t>
            </a:r>
            <a:endParaRPr lang="ja-JP">
              <a:ea typeface="+mn-lt"/>
              <a:cs typeface="+mn-lt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A882E66-639F-2D3A-FF8A-B809B64895D6}"/>
              </a:ext>
            </a:extLst>
          </p:cNvPr>
          <p:cNvSpPr>
            <a:spLocks noGrp="1"/>
          </p:cNvSpPr>
          <p:nvPr/>
        </p:nvSpPr>
        <p:spPr>
          <a:xfrm>
            <a:off x="8591550" y="3969657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次の確認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771F59C-6803-CED8-C1FD-5509DDAF9C5C}"/>
              </a:ext>
            </a:extLst>
          </p:cNvPr>
          <p:cNvSpPr>
            <a:spLocks noGrp="1"/>
          </p:cNvSpPr>
          <p:nvPr/>
        </p:nvSpPr>
        <p:spPr>
          <a:xfrm>
            <a:off x="8584293" y="4433207"/>
            <a:ext cx="2271486" cy="540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1363" lnSpcReduction="20000"/>
          </a:bodyPr>
          <a:lstStyle/>
          <a:p>
            <a:pPr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400">
                <a:solidFill>
                  <a:srgbClr val="5F6673"/>
                </a:solidFill>
                <a:ea typeface="+mn-lt"/>
                <a:cs typeface="+mn-lt"/>
              </a:rPr>
              <a:t>クライアント側の表示対応と、</a:t>
            </a:r>
            <a:endParaRPr lang="ja-JP">
              <a:ea typeface="+mn-lt"/>
              <a:cs typeface="+mn-lt"/>
            </a:endParaRPr>
          </a:p>
          <a:p>
            <a:pPr algn="l">
              <a:lnSpc>
                <a:spcPct val="114999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400">
                <a:solidFill>
                  <a:srgbClr val="5F6673"/>
                </a:solidFill>
                <a:ea typeface="+mn-lt"/>
                <a:cs typeface="+mn-lt"/>
              </a:rPr>
              <a:t>複数クライアントでの一連の動作確認を行う。</a:t>
            </a:r>
            <a:endParaRPr lang="ja-JP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764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03A72AB-968B-4C93-9CBA-7C9891F48B1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  <a:p>
            <a:pPr algn="l">
              <a:lnSpc>
                <a:spcPct val="100000"/>
              </a:lnSpc>
              <a:buNone/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endParaRPr sz="1125" b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FF237C-05DA-49E5-A79C-33C7993A44C4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08</a:t>
            </a: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：今後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9E25A65-8B5E-4C87-8D76-10AC0C60411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2F391D-1904-440E-93F9-65CAC5C84ED1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2571750" cy="2952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F9C526-C4F6-4A4C-AB35-684211015F75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2571750" cy="762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421B1A7-91D8-4EFA-A088-72FB38D692EE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 ルーム管理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C7AAE4-0B62-423C-9D96-187CF9530673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21907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実装済み</a:t>
            </a: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結合で見る点: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部屋確定後にBへ部屋IDを渡せるか</a:t>
            </a: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担当: A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5822C50-CC0D-4685-9DA8-68AB55552FC5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571750" cy="2952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57A07EA-AB43-4E2B-AAD6-31903EEBD42F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571750" cy="76200"/>
          </a:xfrm>
          <a:prstGeom prst="rect">
            <a:avLst/>
          </a:prstGeom>
          <a:solidFill>
            <a:srgbClr val="2F9E4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9E928FC-649D-49B4-8830-F3F6C240F7F8}"/>
              </a:ext>
            </a:extLst>
          </p:cNvPr>
          <p:cNvSpPr>
            <a:spLocks noGrp="1"/>
          </p:cNvSpPr>
          <p:nvPr/>
        </p:nvSpPr>
        <p:spPr>
          <a:xfrm>
            <a:off x="3562350" y="1885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 お絵描き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421A9BF-949F-42FA-89BC-6EEE1E10B27A}"/>
              </a:ext>
            </a:extLst>
          </p:cNvPr>
          <p:cNvSpPr>
            <a:spLocks noGrp="1"/>
          </p:cNvSpPr>
          <p:nvPr/>
        </p:nvSpPr>
        <p:spPr>
          <a:xfrm>
            <a:off x="3562350" y="2286000"/>
            <a:ext cx="21907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50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実装済み</a:t>
            </a:r>
            <a:endParaRPr lang="ja-JP" altLang="en-US" sz="15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結合で見る点</a:t>
            </a:r>
            <a:r>
              <a:rPr sz="15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同じ部屋内だけに描画が同期するか</a:t>
            </a:r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41AB0A7-C0FF-43AE-AFD8-D6365E8B9F8E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2571750" cy="2952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4774E9-4A7D-4B3E-96ED-31E5E09F75AF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2571750" cy="76200"/>
          </a:xfrm>
          <a:prstGeom prst="rect">
            <a:avLst/>
          </a:prstGeom>
          <a:solidFill>
            <a:srgbClr val="F59F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E09044E-81CF-44F4-A70B-2D99A5576A01}"/>
              </a:ext>
            </a:extLst>
          </p:cNvPr>
          <p:cNvSpPr>
            <a:spLocks noGrp="1"/>
          </p:cNvSpPr>
          <p:nvPr/>
        </p:nvSpPr>
        <p:spPr>
          <a:xfrm>
            <a:off x="6534150" y="1885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 ゲーム進行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6387A1C-5C7F-46B1-9A3B-C98B483DB6FE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21907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追記欄: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__________________________</a:t>
            </a: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結合で見る点: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開始ボタン後にゲーム状態へ進めるか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069A96-2B48-4DA0-8A58-D3EA8C7EEDC4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76450" cy="2952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8775C18-9328-4A43-87FF-4443FBEE33B1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7645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835CABA-B153-48C0-8114-B7ABA4D76BD1}"/>
              </a:ext>
            </a:extLst>
          </p:cNvPr>
          <p:cNvSpPr>
            <a:spLocks noGrp="1"/>
          </p:cNvSpPr>
          <p:nvPr/>
        </p:nvSpPr>
        <p:spPr>
          <a:xfrm>
            <a:off x="9505950" y="1885950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 通信基盤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02F93A7-F67E-4294-96EB-B7CFCF130A9E}"/>
              </a:ext>
            </a:extLst>
          </p:cNvPr>
          <p:cNvSpPr>
            <a:spLocks noGrp="1"/>
          </p:cNvSpPr>
          <p:nvPr/>
        </p:nvSpPr>
        <p:spPr>
          <a:xfrm>
            <a:off x="9505950" y="2286000"/>
            <a:ext cx="16954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追記欄: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__________________</a:t>
            </a: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結合で見る点: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接続と振り分け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551F9C1-BB88-4BEC-84F9-25FD28781A05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10991850" cy="666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86E11F8-75E0-4B6E-AD55-3D3261DBB3A5}"/>
              </a:ext>
            </a:extLst>
          </p:cNvPr>
          <p:cNvSpPr>
            <a:spLocks noGrp="1"/>
          </p:cNvSpPr>
          <p:nvPr/>
        </p:nvSpPr>
        <p:spPr>
          <a:xfrm>
            <a:off x="666750" y="5391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876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次のゴール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CD1E75B-3AD0-47F6-A5EA-69ED513F2382}"/>
              </a:ext>
            </a:extLst>
          </p:cNvPr>
          <p:cNvSpPr>
            <a:spLocks noGrp="1"/>
          </p:cNvSpPr>
          <p:nvPr/>
        </p:nvSpPr>
        <p:spPr>
          <a:xfrm>
            <a:off x="2095500" y="53530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6988" lnSpcReduction="20000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各担当の進捗欄を埋めたうえで、ローカル環境で複数クライアントを起動し、部屋参加からゲーム開始までの流れを確認する。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4369021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C49983A-4FD4-4E5D-9DD6-84CBA0830EE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AE9E02-4433-47FE-BFA4-7E79BA55F55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07：Dの進捗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2CA325A-DEDA-47BF-A246-C0361097123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A33920-5167-42A9-AE58-3ECF9785391E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2288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実装した内容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B185D93-AE68-40F8-8F3D-B63D62B791FB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B6B5B31-1D25-4C3A-8A2A-46CFEA323002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5193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Protocol.java: 全担当共通の通信コマンドを定数として整理し、表記ゆれを防止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2243F8-FB57-4F7A-8559-964A580972CD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7ECC0D2-2A5F-460A-8B48-1D621C85142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GameServer.java: ポート8080でServerSocketを起動し、接続ごとにClientHandlerをスレッド生成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2565B7-51F8-424B-80F1-7A8D89503400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55D983-3C25-43C5-8D93-99EE124C4279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5830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ClientHandler.java: 受信した「コマンド:データ」をswitch文でRoomManager/DrawManager/GameManagerへ振り分け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79664F7-C6A8-4AE0-930B-E4771A7AC88F}"/>
              </a:ext>
            </a:extLst>
          </p:cNvPr>
          <p:cNvSpPr>
            <a:spLocks noGrp="1"/>
          </p:cNvSpPr>
          <p:nvPr/>
        </p:nvSpPr>
        <p:spPr>
          <a:xfrm>
            <a:off x="457200" y="37528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875264B-BB3D-46C2-8704-F3EFCAE303A0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ClientHandler.java: sendMessageで各Managerからの応答をクライアントへ返送する共通経路を用意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8AD4593-B926-4DE8-AC5D-0ACD8009EAF9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E76FC40-3AAD-4D8A-A987-D8D4C39B91F7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1489" lnSpcReduction="1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ClientHandler.java: 切断時にRoomManager/DrawManagerのremoveClientを呼び出し、後片付けを一本化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882ECD-DA23-4D72-8674-E04A0487E612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560814B-498D-4566-8CE8-C9318BF842CB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GameClient.java: サーバー接続と受信専用スレッドを起動し、Room/Draw/GameのControllerへ振り分け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BD773B8-7778-4F5F-8DC6-3C04A9EEFC52}"/>
              </a:ext>
            </a:extLst>
          </p:cNvPr>
          <p:cNvSpPr>
            <a:spLocks noGrp="1"/>
          </p:cNvSpPr>
          <p:nvPr/>
        </p:nvSpPr>
        <p:spPr>
          <a:xfrm>
            <a:off x="8305800" y="1562100"/>
            <a:ext cx="3086100" cy="3790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A516036-9433-44BA-8B88-9C89D34362C5}"/>
              </a:ext>
            </a:extLst>
          </p:cNvPr>
          <p:cNvSpPr>
            <a:spLocks noGrp="1"/>
          </p:cNvSpPr>
          <p:nvPr/>
        </p:nvSpPr>
        <p:spPr>
          <a:xfrm>
            <a:off x="8591550" y="18669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全体との接続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48820A6-1D86-42E7-AFCB-8ABA402438B9}"/>
              </a:ext>
            </a:extLst>
          </p:cNvPr>
          <p:cNvSpPr>
            <a:spLocks noGrp="1"/>
          </p:cNvSpPr>
          <p:nvPr/>
        </p:nvSpPr>
        <p:spPr>
          <a:xfrm>
            <a:off x="8591550" y="2438400"/>
            <a:ext cx="228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6964" lnSpcReduction="10000"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A/B/CのManagerはClientHandlerのswitch文経由で呼ばれ、Protocolの合言葉を介して通信する土台をDが提供している。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07BEBDB-16A0-49FF-A81D-57467B814A09}"/>
              </a:ext>
            </a:extLst>
          </p:cNvPr>
          <p:cNvSpPr>
            <a:spLocks noGrp="1"/>
          </p:cNvSpPr>
          <p:nvPr/>
        </p:nvSpPr>
        <p:spPr>
          <a:xfrm>
            <a:off x="8591550" y="41148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次の確認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0D7CFDC-FF88-41A8-9D6C-4758ED02C6CF}"/>
              </a:ext>
            </a:extLst>
          </p:cNvPr>
          <p:cNvSpPr>
            <a:spLocks noGrp="1"/>
          </p:cNvSpPr>
          <p:nvPr/>
        </p:nvSpPr>
        <p:spPr>
          <a:xfrm>
            <a:off x="8591550" y="447675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8863" lnSpcReduction="10000"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client/game（Cのチャット画面）が未実装のため、CHAT_SUBMIT送信経路の接続と、ロビー→描画→チャットを1つのクライアントに統合する結合確認を行う。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PresentationFormat>ワイド画面</PresentationFormat>
  <Paragraphs>222</Paragraphs>
  <Slides>10</Slides>
  <Notes>9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Hiragino Sans</vt:lpstr>
      <vt:lpstr>Meiryo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treetreebee.07230723@gmail.com</cp:lastModifiedBy>
  <cp:revision>42</cp:revision>
  <cp:lastPrinted>2026-07-01T07:41:26Z</cp:lastPrinted>
  <dcterms:created xsi:type="dcterms:W3CDTF">2026-07-01T07:15:39Z</dcterms:created>
  <dcterms:modified xsi:type="dcterms:W3CDTF">2026-07-02T01:53:13Z</dcterms:modified>
</cp:coreProperties>
</file>